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313" r:id="rId2"/>
    <p:sldId id="376" r:id="rId3"/>
    <p:sldId id="303" r:id="rId4"/>
    <p:sldId id="314" r:id="rId5"/>
    <p:sldId id="343" r:id="rId6"/>
    <p:sldId id="344" r:id="rId7"/>
    <p:sldId id="345" r:id="rId8"/>
    <p:sldId id="315" r:id="rId9"/>
    <p:sldId id="347" r:id="rId10"/>
    <p:sldId id="361" r:id="rId11"/>
    <p:sldId id="362" r:id="rId12"/>
    <p:sldId id="363" r:id="rId13"/>
    <p:sldId id="349" r:id="rId14"/>
    <p:sldId id="366" r:id="rId15"/>
    <p:sldId id="364" r:id="rId16"/>
    <p:sldId id="350" r:id="rId17"/>
    <p:sldId id="365" r:id="rId18"/>
    <p:sldId id="367" r:id="rId19"/>
    <p:sldId id="368" r:id="rId20"/>
    <p:sldId id="375" r:id="rId21"/>
    <p:sldId id="351" r:id="rId22"/>
    <p:sldId id="360" r:id="rId23"/>
    <p:sldId id="358" r:id="rId24"/>
    <p:sldId id="359" r:id="rId25"/>
    <p:sldId id="354" r:id="rId26"/>
    <p:sldId id="355" r:id="rId27"/>
    <p:sldId id="369" r:id="rId28"/>
    <p:sldId id="370" r:id="rId29"/>
    <p:sldId id="371" r:id="rId30"/>
    <p:sldId id="356" r:id="rId31"/>
    <p:sldId id="373" r:id="rId32"/>
    <p:sldId id="374" r:id="rId33"/>
    <p:sldId id="357" r:id="rId34"/>
    <p:sldId id="31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455E"/>
    <a:srgbClr val="DEA900"/>
    <a:srgbClr val="FFD85D"/>
    <a:srgbClr val="FFD243"/>
    <a:srgbClr val="FFEBAB"/>
    <a:srgbClr val="004D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48AF88-ABD7-AC0D-CBAD-84A4AAB5F79A}" v="1" dt="2026-03-30T00:59:02.2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D9E50C-B5AA-418B-823F-F904811D4092}" type="datetimeFigureOut">
              <a:rPr lang="en-US" smtClean="0"/>
              <a:t>3/29/2026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103435-5F00-4EC0-8C92-D990CB151E48}" type="slidenum">
              <a:rPr lang="en-US" smtClean="0"/>
              <a:t>‹#›</a:t>
            </a:fld>
            <a:endParaRPr lang="en-US"/>
          </a:p>
        </p:txBody>
      </p:sp>
    </p:spTree>
    <p:extLst>
      <p:ext uri="{BB962C8B-B14F-4D97-AF65-F5344CB8AC3E}">
        <p14:creationId xmlns:p14="http://schemas.microsoft.com/office/powerpoint/2010/main" val="3960634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1</a:t>
            </a:fld>
            <a:endParaRPr lang="en-US"/>
          </a:p>
        </p:txBody>
      </p:sp>
    </p:spTree>
    <p:extLst>
      <p:ext uri="{BB962C8B-B14F-4D97-AF65-F5344CB8AC3E}">
        <p14:creationId xmlns:p14="http://schemas.microsoft.com/office/powerpoint/2010/main" val="156225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2</a:t>
            </a:fld>
            <a:endParaRPr lang="en-US"/>
          </a:p>
        </p:txBody>
      </p:sp>
    </p:spTree>
    <p:extLst>
      <p:ext uri="{BB962C8B-B14F-4D97-AF65-F5344CB8AC3E}">
        <p14:creationId xmlns:p14="http://schemas.microsoft.com/office/powerpoint/2010/main" val="15870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3</a:t>
            </a:fld>
            <a:endParaRPr lang="en-US"/>
          </a:p>
        </p:txBody>
      </p:sp>
    </p:spTree>
    <p:extLst>
      <p:ext uri="{BB962C8B-B14F-4D97-AF65-F5344CB8AC3E}">
        <p14:creationId xmlns:p14="http://schemas.microsoft.com/office/powerpoint/2010/main" val="1409228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4</a:t>
            </a:fld>
            <a:endParaRPr lang="en-US"/>
          </a:p>
        </p:txBody>
      </p:sp>
    </p:spTree>
    <p:extLst>
      <p:ext uri="{BB962C8B-B14F-4D97-AF65-F5344CB8AC3E}">
        <p14:creationId xmlns:p14="http://schemas.microsoft.com/office/powerpoint/2010/main" val="2626644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5</a:t>
            </a:fld>
            <a:endParaRPr lang="en-US"/>
          </a:p>
        </p:txBody>
      </p:sp>
    </p:spTree>
    <p:extLst>
      <p:ext uri="{BB962C8B-B14F-4D97-AF65-F5344CB8AC3E}">
        <p14:creationId xmlns:p14="http://schemas.microsoft.com/office/powerpoint/2010/main" val="1409228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6</a:t>
            </a:fld>
            <a:endParaRPr lang="en-US"/>
          </a:p>
        </p:txBody>
      </p:sp>
    </p:spTree>
    <p:extLst>
      <p:ext uri="{BB962C8B-B14F-4D97-AF65-F5344CB8AC3E}">
        <p14:creationId xmlns:p14="http://schemas.microsoft.com/office/powerpoint/2010/main" val="3918818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7</a:t>
            </a:fld>
            <a:endParaRPr lang="en-US"/>
          </a:p>
        </p:txBody>
      </p:sp>
    </p:spTree>
    <p:extLst>
      <p:ext uri="{BB962C8B-B14F-4D97-AF65-F5344CB8AC3E}">
        <p14:creationId xmlns:p14="http://schemas.microsoft.com/office/powerpoint/2010/main" val="2626644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8</a:t>
            </a:fld>
            <a:endParaRPr lang="en-US"/>
          </a:p>
        </p:txBody>
      </p:sp>
    </p:spTree>
    <p:extLst>
      <p:ext uri="{BB962C8B-B14F-4D97-AF65-F5344CB8AC3E}">
        <p14:creationId xmlns:p14="http://schemas.microsoft.com/office/powerpoint/2010/main" val="1353060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9</a:t>
            </a:fld>
            <a:endParaRPr lang="en-US"/>
          </a:p>
        </p:txBody>
      </p:sp>
    </p:spTree>
    <p:extLst>
      <p:ext uri="{BB962C8B-B14F-4D97-AF65-F5344CB8AC3E}">
        <p14:creationId xmlns:p14="http://schemas.microsoft.com/office/powerpoint/2010/main" val="2944847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10</a:t>
            </a:fld>
            <a:endParaRPr lang="en-US"/>
          </a:p>
        </p:txBody>
      </p:sp>
    </p:spTree>
    <p:extLst>
      <p:ext uri="{BB962C8B-B14F-4D97-AF65-F5344CB8AC3E}">
        <p14:creationId xmlns:p14="http://schemas.microsoft.com/office/powerpoint/2010/main" val="602220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11</a:t>
            </a:fld>
            <a:endParaRPr lang="en-US"/>
          </a:p>
        </p:txBody>
      </p:sp>
    </p:spTree>
    <p:extLst>
      <p:ext uri="{BB962C8B-B14F-4D97-AF65-F5344CB8AC3E}">
        <p14:creationId xmlns:p14="http://schemas.microsoft.com/office/powerpoint/2010/main" val="474653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12</a:t>
            </a:fld>
            <a:endParaRPr lang="en-US"/>
          </a:p>
        </p:txBody>
      </p:sp>
    </p:spTree>
    <p:extLst>
      <p:ext uri="{BB962C8B-B14F-4D97-AF65-F5344CB8AC3E}">
        <p14:creationId xmlns:p14="http://schemas.microsoft.com/office/powerpoint/2010/main" val="1813582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13</a:t>
            </a:fld>
            <a:endParaRPr lang="en-US"/>
          </a:p>
        </p:txBody>
      </p:sp>
    </p:spTree>
    <p:extLst>
      <p:ext uri="{BB962C8B-B14F-4D97-AF65-F5344CB8AC3E}">
        <p14:creationId xmlns:p14="http://schemas.microsoft.com/office/powerpoint/2010/main" val="2486137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14</a:t>
            </a:fld>
            <a:endParaRPr lang="en-US"/>
          </a:p>
        </p:txBody>
      </p:sp>
    </p:spTree>
    <p:extLst>
      <p:ext uri="{BB962C8B-B14F-4D97-AF65-F5344CB8AC3E}">
        <p14:creationId xmlns:p14="http://schemas.microsoft.com/office/powerpoint/2010/main" val="2801603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15</a:t>
            </a:fld>
            <a:endParaRPr lang="en-US"/>
          </a:p>
        </p:txBody>
      </p:sp>
    </p:spTree>
    <p:extLst>
      <p:ext uri="{BB962C8B-B14F-4D97-AF65-F5344CB8AC3E}">
        <p14:creationId xmlns:p14="http://schemas.microsoft.com/office/powerpoint/2010/main" val="25532235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16</a:t>
            </a:fld>
            <a:endParaRPr lang="en-US"/>
          </a:p>
        </p:txBody>
      </p:sp>
    </p:spTree>
    <p:extLst>
      <p:ext uri="{BB962C8B-B14F-4D97-AF65-F5344CB8AC3E}">
        <p14:creationId xmlns:p14="http://schemas.microsoft.com/office/powerpoint/2010/main" val="16465973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17</a:t>
            </a:fld>
            <a:endParaRPr lang="en-US"/>
          </a:p>
        </p:txBody>
      </p:sp>
    </p:spTree>
    <p:extLst>
      <p:ext uri="{BB962C8B-B14F-4D97-AF65-F5344CB8AC3E}">
        <p14:creationId xmlns:p14="http://schemas.microsoft.com/office/powerpoint/2010/main" val="2112855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18</a:t>
            </a:fld>
            <a:endParaRPr lang="en-US"/>
          </a:p>
        </p:txBody>
      </p:sp>
    </p:spTree>
    <p:extLst>
      <p:ext uri="{BB962C8B-B14F-4D97-AF65-F5344CB8AC3E}">
        <p14:creationId xmlns:p14="http://schemas.microsoft.com/office/powerpoint/2010/main" val="2556714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19</a:t>
            </a:fld>
            <a:endParaRPr lang="en-US"/>
          </a:p>
        </p:txBody>
      </p:sp>
    </p:spTree>
    <p:extLst>
      <p:ext uri="{BB962C8B-B14F-4D97-AF65-F5344CB8AC3E}">
        <p14:creationId xmlns:p14="http://schemas.microsoft.com/office/powerpoint/2010/main" val="33629101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20</a:t>
            </a:fld>
            <a:endParaRPr lang="en-US"/>
          </a:p>
        </p:txBody>
      </p:sp>
    </p:spTree>
    <p:extLst>
      <p:ext uri="{BB962C8B-B14F-4D97-AF65-F5344CB8AC3E}">
        <p14:creationId xmlns:p14="http://schemas.microsoft.com/office/powerpoint/2010/main" val="39955261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21</a:t>
            </a:fld>
            <a:endParaRPr lang="en-US"/>
          </a:p>
        </p:txBody>
      </p:sp>
    </p:spTree>
    <p:extLst>
      <p:ext uri="{BB962C8B-B14F-4D97-AF65-F5344CB8AC3E}">
        <p14:creationId xmlns:p14="http://schemas.microsoft.com/office/powerpoint/2010/main" val="17677759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22</a:t>
            </a:fld>
            <a:endParaRPr lang="en-US"/>
          </a:p>
        </p:txBody>
      </p:sp>
    </p:spTree>
    <p:extLst>
      <p:ext uri="{BB962C8B-B14F-4D97-AF65-F5344CB8AC3E}">
        <p14:creationId xmlns:p14="http://schemas.microsoft.com/office/powerpoint/2010/main" val="12451889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23</a:t>
            </a:fld>
            <a:endParaRPr lang="en-US"/>
          </a:p>
        </p:txBody>
      </p:sp>
    </p:spTree>
    <p:extLst>
      <p:ext uri="{BB962C8B-B14F-4D97-AF65-F5344CB8AC3E}">
        <p14:creationId xmlns:p14="http://schemas.microsoft.com/office/powerpoint/2010/main" val="6584157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24</a:t>
            </a:fld>
            <a:endParaRPr lang="en-US"/>
          </a:p>
        </p:txBody>
      </p:sp>
    </p:spTree>
    <p:extLst>
      <p:ext uri="{BB962C8B-B14F-4D97-AF65-F5344CB8AC3E}">
        <p14:creationId xmlns:p14="http://schemas.microsoft.com/office/powerpoint/2010/main" val="28349460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25</a:t>
            </a:fld>
            <a:endParaRPr lang="en-US"/>
          </a:p>
        </p:txBody>
      </p:sp>
    </p:spTree>
    <p:extLst>
      <p:ext uri="{BB962C8B-B14F-4D97-AF65-F5344CB8AC3E}">
        <p14:creationId xmlns:p14="http://schemas.microsoft.com/office/powerpoint/2010/main" val="14731373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26</a:t>
            </a:fld>
            <a:endParaRPr lang="en-US"/>
          </a:p>
        </p:txBody>
      </p:sp>
    </p:spTree>
    <p:extLst>
      <p:ext uri="{BB962C8B-B14F-4D97-AF65-F5344CB8AC3E}">
        <p14:creationId xmlns:p14="http://schemas.microsoft.com/office/powerpoint/2010/main" val="1865451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27</a:t>
            </a:fld>
            <a:endParaRPr lang="en-US"/>
          </a:p>
        </p:txBody>
      </p:sp>
    </p:spTree>
    <p:extLst>
      <p:ext uri="{BB962C8B-B14F-4D97-AF65-F5344CB8AC3E}">
        <p14:creationId xmlns:p14="http://schemas.microsoft.com/office/powerpoint/2010/main" val="28815718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28</a:t>
            </a:fld>
            <a:endParaRPr lang="en-US"/>
          </a:p>
        </p:txBody>
      </p:sp>
    </p:spTree>
    <p:extLst>
      <p:ext uri="{BB962C8B-B14F-4D97-AF65-F5344CB8AC3E}">
        <p14:creationId xmlns:p14="http://schemas.microsoft.com/office/powerpoint/2010/main" val="26721584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29</a:t>
            </a:fld>
            <a:endParaRPr lang="en-US"/>
          </a:p>
        </p:txBody>
      </p:sp>
    </p:spTree>
    <p:extLst>
      <p:ext uri="{BB962C8B-B14F-4D97-AF65-F5344CB8AC3E}">
        <p14:creationId xmlns:p14="http://schemas.microsoft.com/office/powerpoint/2010/main" val="35838991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30</a:t>
            </a:fld>
            <a:endParaRPr lang="en-US"/>
          </a:p>
        </p:txBody>
      </p:sp>
    </p:spTree>
    <p:extLst>
      <p:ext uri="{BB962C8B-B14F-4D97-AF65-F5344CB8AC3E}">
        <p14:creationId xmlns:p14="http://schemas.microsoft.com/office/powerpoint/2010/main" val="38216264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31</a:t>
            </a:fld>
            <a:endParaRPr lang="en-US"/>
          </a:p>
        </p:txBody>
      </p:sp>
    </p:spTree>
    <p:extLst>
      <p:ext uri="{BB962C8B-B14F-4D97-AF65-F5344CB8AC3E}">
        <p14:creationId xmlns:p14="http://schemas.microsoft.com/office/powerpoint/2010/main" val="18565936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32</a:t>
            </a:fld>
            <a:endParaRPr lang="en-US"/>
          </a:p>
        </p:txBody>
      </p:sp>
    </p:spTree>
    <p:extLst>
      <p:ext uri="{BB962C8B-B14F-4D97-AF65-F5344CB8AC3E}">
        <p14:creationId xmlns:p14="http://schemas.microsoft.com/office/powerpoint/2010/main" val="34483381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33</a:t>
            </a:fld>
            <a:endParaRPr lang="en-US"/>
          </a:p>
        </p:txBody>
      </p:sp>
    </p:spTree>
    <p:extLst>
      <p:ext uri="{BB962C8B-B14F-4D97-AF65-F5344CB8AC3E}">
        <p14:creationId xmlns:p14="http://schemas.microsoft.com/office/powerpoint/2010/main" val="34900400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103435-5F00-4EC0-8C92-D990CB151E48}" type="slidenum">
              <a:rPr lang="en-US" smtClean="0"/>
              <a:t>34</a:t>
            </a:fld>
            <a:endParaRPr lang="en-US"/>
          </a:p>
        </p:txBody>
      </p:sp>
    </p:spTree>
    <p:extLst>
      <p:ext uri="{BB962C8B-B14F-4D97-AF65-F5344CB8AC3E}">
        <p14:creationId xmlns:p14="http://schemas.microsoft.com/office/powerpoint/2010/main" val="577597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03E86-4BB0-7143-805A-9183FEFFB4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510A0B-114C-BE84-01DE-3DE5EB4A8A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A10351-25F0-1FF6-D068-36CE7E19D6EA}"/>
              </a:ext>
            </a:extLst>
          </p:cNvPr>
          <p:cNvSpPr>
            <a:spLocks noGrp="1"/>
          </p:cNvSpPr>
          <p:nvPr>
            <p:ph type="dt" sz="half" idx="10"/>
          </p:nvPr>
        </p:nvSpPr>
        <p:spPr/>
        <p:txBody>
          <a:bodyPr/>
          <a:lstStyle/>
          <a:p>
            <a:fld id="{6D70873D-0512-4FF5-9292-59567D7E5589}" type="datetimeFigureOut">
              <a:rPr lang="en-US" smtClean="0"/>
              <a:t>3/29/2026</a:t>
            </a:fld>
            <a:endParaRPr lang="en-US"/>
          </a:p>
        </p:txBody>
      </p:sp>
      <p:sp>
        <p:nvSpPr>
          <p:cNvPr id="5" name="Footer Placeholder 4">
            <a:extLst>
              <a:ext uri="{FF2B5EF4-FFF2-40B4-BE49-F238E27FC236}">
                <a16:creationId xmlns:a16="http://schemas.microsoft.com/office/drawing/2014/main" id="{ABF20ACD-9D09-D6EF-D04E-19DF1FF344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A72C4-3E89-0B9A-226E-5A0DE9F16089}"/>
              </a:ext>
            </a:extLst>
          </p:cNvPr>
          <p:cNvSpPr>
            <a:spLocks noGrp="1"/>
          </p:cNvSpPr>
          <p:nvPr>
            <p:ph type="sldNum" sz="quarter" idx="12"/>
          </p:nvPr>
        </p:nvSpPr>
        <p:spPr/>
        <p:txBody>
          <a:bodyPr/>
          <a:lstStyle/>
          <a:p>
            <a:fld id="{A3AEF68C-8329-47C8-9495-D7D3DA8B6A1D}" type="slidenum">
              <a:rPr lang="en-US" smtClean="0"/>
              <a:t>‹#›</a:t>
            </a:fld>
            <a:endParaRPr lang="en-US"/>
          </a:p>
        </p:txBody>
      </p:sp>
    </p:spTree>
    <p:extLst>
      <p:ext uri="{BB962C8B-B14F-4D97-AF65-F5344CB8AC3E}">
        <p14:creationId xmlns:p14="http://schemas.microsoft.com/office/powerpoint/2010/main" val="1591948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0BB95-5DD9-9988-DACB-7DA7811926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1135F0-210D-CE1E-50F9-03CD65D110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25EFAA-DA7A-F965-2D93-9C677E0643DB}"/>
              </a:ext>
            </a:extLst>
          </p:cNvPr>
          <p:cNvSpPr>
            <a:spLocks noGrp="1"/>
          </p:cNvSpPr>
          <p:nvPr>
            <p:ph type="dt" sz="half" idx="10"/>
          </p:nvPr>
        </p:nvSpPr>
        <p:spPr/>
        <p:txBody>
          <a:bodyPr/>
          <a:lstStyle/>
          <a:p>
            <a:fld id="{6D70873D-0512-4FF5-9292-59567D7E5589}" type="datetimeFigureOut">
              <a:rPr lang="en-US" smtClean="0"/>
              <a:t>3/29/2026</a:t>
            </a:fld>
            <a:endParaRPr lang="en-US"/>
          </a:p>
        </p:txBody>
      </p:sp>
      <p:sp>
        <p:nvSpPr>
          <p:cNvPr id="5" name="Footer Placeholder 4">
            <a:extLst>
              <a:ext uri="{FF2B5EF4-FFF2-40B4-BE49-F238E27FC236}">
                <a16:creationId xmlns:a16="http://schemas.microsoft.com/office/drawing/2014/main" id="{224BC586-43B6-8816-D8B9-AE00DDF531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FEE997-0C57-E760-5846-730C5405691F}"/>
              </a:ext>
            </a:extLst>
          </p:cNvPr>
          <p:cNvSpPr>
            <a:spLocks noGrp="1"/>
          </p:cNvSpPr>
          <p:nvPr>
            <p:ph type="sldNum" sz="quarter" idx="12"/>
          </p:nvPr>
        </p:nvSpPr>
        <p:spPr/>
        <p:txBody>
          <a:bodyPr/>
          <a:lstStyle/>
          <a:p>
            <a:fld id="{A3AEF68C-8329-47C8-9495-D7D3DA8B6A1D}" type="slidenum">
              <a:rPr lang="en-US" smtClean="0"/>
              <a:t>‹#›</a:t>
            </a:fld>
            <a:endParaRPr lang="en-US"/>
          </a:p>
        </p:txBody>
      </p:sp>
    </p:spTree>
    <p:extLst>
      <p:ext uri="{BB962C8B-B14F-4D97-AF65-F5344CB8AC3E}">
        <p14:creationId xmlns:p14="http://schemas.microsoft.com/office/powerpoint/2010/main" val="990327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C64E-2D7A-0758-AFB4-4347E8779D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5A0327-24C4-D8F8-BF91-3A0A1D3566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46D00F-2E1E-1A1F-0F0D-C810509A391F}"/>
              </a:ext>
            </a:extLst>
          </p:cNvPr>
          <p:cNvSpPr>
            <a:spLocks noGrp="1"/>
          </p:cNvSpPr>
          <p:nvPr>
            <p:ph type="dt" sz="half" idx="10"/>
          </p:nvPr>
        </p:nvSpPr>
        <p:spPr/>
        <p:txBody>
          <a:bodyPr/>
          <a:lstStyle/>
          <a:p>
            <a:fld id="{6D70873D-0512-4FF5-9292-59567D7E5589}" type="datetimeFigureOut">
              <a:rPr lang="en-US" smtClean="0"/>
              <a:t>3/29/2026</a:t>
            </a:fld>
            <a:endParaRPr lang="en-US"/>
          </a:p>
        </p:txBody>
      </p:sp>
      <p:sp>
        <p:nvSpPr>
          <p:cNvPr id="5" name="Footer Placeholder 4">
            <a:extLst>
              <a:ext uri="{FF2B5EF4-FFF2-40B4-BE49-F238E27FC236}">
                <a16:creationId xmlns:a16="http://schemas.microsoft.com/office/drawing/2014/main" id="{61583204-CE03-3C2C-95C1-3DC3910C01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2A09A6-B4EE-CC0B-99BF-16BAD48B358D}"/>
              </a:ext>
            </a:extLst>
          </p:cNvPr>
          <p:cNvSpPr>
            <a:spLocks noGrp="1"/>
          </p:cNvSpPr>
          <p:nvPr>
            <p:ph type="sldNum" sz="quarter" idx="12"/>
          </p:nvPr>
        </p:nvSpPr>
        <p:spPr/>
        <p:txBody>
          <a:bodyPr/>
          <a:lstStyle/>
          <a:p>
            <a:fld id="{A3AEF68C-8329-47C8-9495-D7D3DA8B6A1D}" type="slidenum">
              <a:rPr lang="en-US" smtClean="0"/>
              <a:t>‹#›</a:t>
            </a:fld>
            <a:endParaRPr lang="en-US"/>
          </a:p>
        </p:txBody>
      </p:sp>
    </p:spTree>
    <p:extLst>
      <p:ext uri="{BB962C8B-B14F-4D97-AF65-F5344CB8AC3E}">
        <p14:creationId xmlns:p14="http://schemas.microsoft.com/office/powerpoint/2010/main" val="2671513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54F7E-CB64-2622-E66F-8B94C26CE0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4752F8-911A-EE74-70EB-E2C1404A60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030E95-47C8-1F4D-BAA4-A77987A69A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A8C165-FD6B-8630-2E8D-67F4660792E0}"/>
              </a:ext>
            </a:extLst>
          </p:cNvPr>
          <p:cNvSpPr>
            <a:spLocks noGrp="1"/>
          </p:cNvSpPr>
          <p:nvPr>
            <p:ph type="dt" sz="half" idx="10"/>
          </p:nvPr>
        </p:nvSpPr>
        <p:spPr/>
        <p:txBody>
          <a:bodyPr/>
          <a:lstStyle/>
          <a:p>
            <a:fld id="{6D70873D-0512-4FF5-9292-59567D7E5589}" type="datetimeFigureOut">
              <a:rPr lang="en-US" smtClean="0"/>
              <a:t>3/29/2026</a:t>
            </a:fld>
            <a:endParaRPr lang="en-US"/>
          </a:p>
        </p:txBody>
      </p:sp>
      <p:sp>
        <p:nvSpPr>
          <p:cNvPr id="6" name="Footer Placeholder 5">
            <a:extLst>
              <a:ext uri="{FF2B5EF4-FFF2-40B4-BE49-F238E27FC236}">
                <a16:creationId xmlns:a16="http://schemas.microsoft.com/office/drawing/2014/main" id="{D117DB83-C6CF-9D51-882B-B53B9CA136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EEEB26-E1AB-0D20-600C-C2AC0DB1FE23}"/>
              </a:ext>
            </a:extLst>
          </p:cNvPr>
          <p:cNvSpPr>
            <a:spLocks noGrp="1"/>
          </p:cNvSpPr>
          <p:nvPr>
            <p:ph type="sldNum" sz="quarter" idx="12"/>
          </p:nvPr>
        </p:nvSpPr>
        <p:spPr/>
        <p:txBody>
          <a:bodyPr/>
          <a:lstStyle/>
          <a:p>
            <a:fld id="{A3AEF68C-8329-47C8-9495-D7D3DA8B6A1D}" type="slidenum">
              <a:rPr lang="en-US" smtClean="0"/>
              <a:t>‹#›</a:t>
            </a:fld>
            <a:endParaRPr lang="en-US"/>
          </a:p>
        </p:txBody>
      </p:sp>
    </p:spTree>
    <p:extLst>
      <p:ext uri="{BB962C8B-B14F-4D97-AF65-F5344CB8AC3E}">
        <p14:creationId xmlns:p14="http://schemas.microsoft.com/office/powerpoint/2010/main" val="755549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E4528-DDD8-D05A-4041-84A61C1FC3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A20666-6F86-7791-2AB0-F9D4170768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B9A6F0-9D20-E53F-B583-132762D945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D7119F-9200-3E0E-DB2D-078C1E7DED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B637B9-987D-01BE-7A0A-97E7440A61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2A016F-3614-BDA0-5141-A0292A494081}"/>
              </a:ext>
            </a:extLst>
          </p:cNvPr>
          <p:cNvSpPr>
            <a:spLocks noGrp="1"/>
          </p:cNvSpPr>
          <p:nvPr>
            <p:ph type="dt" sz="half" idx="10"/>
          </p:nvPr>
        </p:nvSpPr>
        <p:spPr/>
        <p:txBody>
          <a:bodyPr/>
          <a:lstStyle/>
          <a:p>
            <a:fld id="{6D70873D-0512-4FF5-9292-59567D7E5589}" type="datetimeFigureOut">
              <a:rPr lang="en-US" smtClean="0"/>
              <a:t>3/29/2026</a:t>
            </a:fld>
            <a:endParaRPr lang="en-US"/>
          </a:p>
        </p:txBody>
      </p:sp>
      <p:sp>
        <p:nvSpPr>
          <p:cNvPr id="8" name="Footer Placeholder 7">
            <a:extLst>
              <a:ext uri="{FF2B5EF4-FFF2-40B4-BE49-F238E27FC236}">
                <a16:creationId xmlns:a16="http://schemas.microsoft.com/office/drawing/2014/main" id="{ED366BC6-E58E-7BBF-F186-0C81D4B6B1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89FC3D-949C-2F83-3831-C20C8DEDEF01}"/>
              </a:ext>
            </a:extLst>
          </p:cNvPr>
          <p:cNvSpPr>
            <a:spLocks noGrp="1"/>
          </p:cNvSpPr>
          <p:nvPr>
            <p:ph type="sldNum" sz="quarter" idx="12"/>
          </p:nvPr>
        </p:nvSpPr>
        <p:spPr/>
        <p:txBody>
          <a:bodyPr/>
          <a:lstStyle/>
          <a:p>
            <a:fld id="{A3AEF68C-8329-47C8-9495-D7D3DA8B6A1D}" type="slidenum">
              <a:rPr lang="en-US" smtClean="0"/>
              <a:t>‹#›</a:t>
            </a:fld>
            <a:endParaRPr lang="en-US"/>
          </a:p>
        </p:txBody>
      </p:sp>
    </p:spTree>
    <p:extLst>
      <p:ext uri="{BB962C8B-B14F-4D97-AF65-F5344CB8AC3E}">
        <p14:creationId xmlns:p14="http://schemas.microsoft.com/office/powerpoint/2010/main" val="3932817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A6199-E00B-7E72-B188-9D12C8AB6C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BD2AB50-3D9D-D117-4FD2-CF176B25B31B}"/>
              </a:ext>
            </a:extLst>
          </p:cNvPr>
          <p:cNvSpPr>
            <a:spLocks noGrp="1"/>
          </p:cNvSpPr>
          <p:nvPr>
            <p:ph type="dt" sz="half" idx="10"/>
          </p:nvPr>
        </p:nvSpPr>
        <p:spPr/>
        <p:txBody>
          <a:bodyPr/>
          <a:lstStyle/>
          <a:p>
            <a:fld id="{6D70873D-0512-4FF5-9292-59567D7E5589}" type="datetimeFigureOut">
              <a:rPr lang="en-US" smtClean="0"/>
              <a:t>3/29/2026</a:t>
            </a:fld>
            <a:endParaRPr lang="en-US"/>
          </a:p>
        </p:txBody>
      </p:sp>
      <p:sp>
        <p:nvSpPr>
          <p:cNvPr id="4" name="Footer Placeholder 3">
            <a:extLst>
              <a:ext uri="{FF2B5EF4-FFF2-40B4-BE49-F238E27FC236}">
                <a16:creationId xmlns:a16="http://schemas.microsoft.com/office/drawing/2014/main" id="{DF94D09D-6066-8B1B-5F07-A37D9CF136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639E42-4A16-1816-D05C-97533FB522E5}"/>
              </a:ext>
            </a:extLst>
          </p:cNvPr>
          <p:cNvSpPr>
            <a:spLocks noGrp="1"/>
          </p:cNvSpPr>
          <p:nvPr>
            <p:ph type="sldNum" sz="quarter" idx="12"/>
          </p:nvPr>
        </p:nvSpPr>
        <p:spPr/>
        <p:txBody>
          <a:bodyPr/>
          <a:lstStyle/>
          <a:p>
            <a:fld id="{A3AEF68C-8329-47C8-9495-D7D3DA8B6A1D}" type="slidenum">
              <a:rPr lang="en-US" smtClean="0"/>
              <a:t>‹#›</a:t>
            </a:fld>
            <a:endParaRPr lang="en-US"/>
          </a:p>
        </p:txBody>
      </p:sp>
    </p:spTree>
    <p:extLst>
      <p:ext uri="{BB962C8B-B14F-4D97-AF65-F5344CB8AC3E}">
        <p14:creationId xmlns:p14="http://schemas.microsoft.com/office/powerpoint/2010/main" val="1994798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843FFE-0303-815C-4FDF-0C9ABE509BA5}"/>
              </a:ext>
            </a:extLst>
          </p:cNvPr>
          <p:cNvSpPr>
            <a:spLocks noGrp="1"/>
          </p:cNvSpPr>
          <p:nvPr>
            <p:ph type="dt" sz="half" idx="10"/>
          </p:nvPr>
        </p:nvSpPr>
        <p:spPr/>
        <p:txBody>
          <a:bodyPr/>
          <a:lstStyle/>
          <a:p>
            <a:fld id="{6D70873D-0512-4FF5-9292-59567D7E5589}" type="datetimeFigureOut">
              <a:rPr lang="en-US" smtClean="0"/>
              <a:t>3/29/2026</a:t>
            </a:fld>
            <a:endParaRPr lang="en-US"/>
          </a:p>
        </p:txBody>
      </p:sp>
      <p:sp>
        <p:nvSpPr>
          <p:cNvPr id="3" name="Footer Placeholder 2">
            <a:extLst>
              <a:ext uri="{FF2B5EF4-FFF2-40B4-BE49-F238E27FC236}">
                <a16:creationId xmlns:a16="http://schemas.microsoft.com/office/drawing/2014/main" id="{C2ED040B-0114-9AD4-69FC-B42AA54390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6EEE89-8558-1F7E-8F88-03378F98AAF0}"/>
              </a:ext>
            </a:extLst>
          </p:cNvPr>
          <p:cNvSpPr>
            <a:spLocks noGrp="1"/>
          </p:cNvSpPr>
          <p:nvPr>
            <p:ph type="sldNum" sz="quarter" idx="12"/>
          </p:nvPr>
        </p:nvSpPr>
        <p:spPr/>
        <p:txBody>
          <a:bodyPr/>
          <a:lstStyle/>
          <a:p>
            <a:fld id="{A3AEF68C-8329-47C8-9495-D7D3DA8B6A1D}" type="slidenum">
              <a:rPr lang="en-US" smtClean="0"/>
              <a:t>‹#›</a:t>
            </a:fld>
            <a:endParaRPr lang="en-US"/>
          </a:p>
        </p:txBody>
      </p:sp>
    </p:spTree>
    <p:extLst>
      <p:ext uri="{BB962C8B-B14F-4D97-AF65-F5344CB8AC3E}">
        <p14:creationId xmlns:p14="http://schemas.microsoft.com/office/powerpoint/2010/main" val="3814586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0D914-9932-2294-EA72-801F424698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6C99CC-D8FF-7209-40FA-2E87BB23D5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5854A3-7ABD-C891-E40A-42CD866B4E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609DF-9254-3D23-20FF-A33D65472E3D}"/>
              </a:ext>
            </a:extLst>
          </p:cNvPr>
          <p:cNvSpPr>
            <a:spLocks noGrp="1"/>
          </p:cNvSpPr>
          <p:nvPr>
            <p:ph type="dt" sz="half" idx="10"/>
          </p:nvPr>
        </p:nvSpPr>
        <p:spPr/>
        <p:txBody>
          <a:bodyPr/>
          <a:lstStyle/>
          <a:p>
            <a:fld id="{6D70873D-0512-4FF5-9292-59567D7E5589}" type="datetimeFigureOut">
              <a:rPr lang="en-US" smtClean="0"/>
              <a:t>3/29/2026</a:t>
            </a:fld>
            <a:endParaRPr lang="en-US"/>
          </a:p>
        </p:txBody>
      </p:sp>
      <p:sp>
        <p:nvSpPr>
          <p:cNvPr id="6" name="Footer Placeholder 5">
            <a:extLst>
              <a:ext uri="{FF2B5EF4-FFF2-40B4-BE49-F238E27FC236}">
                <a16:creationId xmlns:a16="http://schemas.microsoft.com/office/drawing/2014/main" id="{10473FA5-AC1B-BFED-38F3-C898E784A8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B11227-49D8-301D-89CD-BD203915DE20}"/>
              </a:ext>
            </a:extLst>
          </p:cNvPr>
          <p:cNvSpPr>
            <a:spLocks noGrp="1"/>
          </p:cNvSpPr>
          <p:nvPr>
            <p:ph type="sldNum" sz="quarter" idx="12"/>
          </p:nvPr>
        </p:nvSpPr>
        <p:spPr/>
        <p:txBody>
          <a:bodyPr/>
          <a:lstStyle/>
          <a:p>
            <a:fld id="{A3AEF68C-8329-47C8-9495-D7D3DA8B6A1D}" type="slidenum">
              <a:rPr lang="en-US" smtClean="0"/>
              <a:t>‹#›</a:t>
            </a:fld>
            <a:endParaRPr lang="en-US"/>
          </a:p>
        </p:txBody>
      </p:sp>
    </p:spTree>
    <p:extLst>
      <p:ext uri="{BB962C8B-B14F-4D97-AF65-F5344CB8AC3E}">
        <p14:creationId xmlns:p14="http://schemas.microsoft.com/office/powerpoint/2010/main" val="2768232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BA571-0994-E477-3CA0-39D670D6DC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DE12FA-A062-3CAA-3F6B-A7879A24BD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67F7F9-2CE9-21C0-4B14-B94F13C999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D33F4F-BF25-F8CF-0FEB-89C3D482B2AF}"/>
              </a:ext>
            </a:extLst>
          </p:cNvPr>
          <p:cNvSpPr>
            <a:spLocks noGrp="1"/>
          </p:cNvSpPr>
          <p:nvPr>
            <p:ph type="dt" sz="half" idx="10"/>
          </p:nvPr>
        </p:nvSpPr>
        <p:spPr/>
        <p:txBody>
          <a:bodyPr/>
          <a:lstStyle/>
          <a:p>
            <a:fld id="{6D70873D-0512-4FF5-9292-59567D7E5589}" type="datetimeFigureOut">
              <a:rPr lang="en-US" smtClean="0"/>
              <a:t>3/29/2026</a:t>
            </a:fld>
            <a:endParaRPr lang="en-US"/>
          </a:p>
        </p:txBody>
      </p:sp>
      <p:sp>
        <p:nvSpPr>
          <p:cNvPr id="6" name="Footer Placeholder 5">
            <a:extLst>
              <a:ext uri="{FF2B5EF4-FFF2-40B4-BE49-F238E27FC236}">
                <a16:creationId xmlns:a16="http://schemas.microsoft.com/office/drawing/2014/main" id="{6F9D2228-11D3-0396-FF18-CF90338CA8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42E960-8D73-44DE-AB6D-4BA0B47BCE2B}"/>
              </a:ext>
            </a:extLst>
          </p:cNvPr>
          <p:cNvSpPr>
            <a:spLocks noGrp="1"/>
          </p:cNvSpPr>
          <p:nvPr>
            <p:ph type="sldNum" sz="quarter" idx="12"/>
          </p:nvPr>
        </p:nvSpPr>
        <p:spPr/>
        <p:txBody>
          <a:bodyPr/>
          <a:lstStyle/>
          <a:p>
            <a:fld id="{A3AEF68C-8329-47C8-9495-D7D3DA8B6A1D}" type="slidenum">
              <a:rPr lang="en-US" smtClean="0"/>
              <a:t>‹#›</a:t>
            </a:fld>
            <a:endParaRPr lang="en-US"/>
          </a:p>
        </p:txBody>
      </p:sp>
    </p:spTree>
    <p:extLst>
      <p:ext uri="{BB962C8B-B14F-4D97-AF65-F5344CB8AC3E}">
        <p14:creationId xmlns:p14="http://schemas.microsoft.com/office/powerpoint/2010/main" val="851952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BEEF5-F4B0-7A0D-C686-A93922A968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C732A3-A22D-A186-BD25-116AE76CCE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DFDB45-AF80-8BE4-BD09-A9FCD010B59A}"/>
              </a:ext>
            </a:extLst>
          </p:cNvPr>
          <p:cNvSpPr>
            <a:spLocks noGrp="1"/>
          </p:cNvSpPr>
          <p:nvPr>
            <p:ph type="dt" sz="half" idx="10"/>
          </p:nvPr>
        </p:nvSpPr>
        <p:spPr/>
        <p:txBody>
          <a:bodyPr/>
          <a:lstStyle/>
          <a:p>
            <a:fld id="{6D70873D-0512-4FF5-9292-59567D7E5589}" type="datetimeFigureOut">
              <a:rPr lang="en-US" smtClean="0"/>
              <a:t>3/29/2026</a:t>
            </a:fld>
            <a:endParaRPr lang="en-US"/>
          </a:p>
        </p:txBody>
      </p:sp>
      <p:sp>
        <p:nvSpPr>
          <p:cNvPr id="5" name="Footer Placeholder 4">
            <a:extLst>
              <a:ext uri="{FF2B5EF4-FFF2-40B4-BE49-F238E27FC236}">
                <a16:creationId xmlns:a16="http://schemas.microsoft.com/office/drawing/2014/main" id="{B4B31CA5-C043-1DFC-A81B-DA11CFBB73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F10EAC-2B3F-E0DF-7DEF-EDDF24B89DDA}"/>
              </a:ext>
            </a:extLst>
          </p:cNvPr>
          <p:cNvSpPr>
            <a:spLocks noGrp="1"/>
          </p:cNvSpPr>
          <p:nvPr>
            <p:ph type="sldNum" sz="quarter" idx="12"/>
          </p:nvPr>
        </p:nvSpPr>
        <p:spPr/>
        <p:txBody>
          <a:bodyPr/>
          <a:lstStyle/>
          <a:p>
            <a:fld id="{A3AEF68C-8329-47C8-9495-D7D3DA8B6A1D}" type="slidenum">
              <a:rPr lang="en-US" smtClean="0"/>
              <a:t>‹#›</a:t>
            </a:fld>
            <a:endParaRPr lang="en-US"/>
          </a:p>
        </p:txBody>
      </p:sp>
    </p:spTree>
    <p:extLst>
      <p:ext uri="{BB962C8B-B14F-4D97-AF65-F5344CB8AC3E}">
        <p14:creationId xmlns:p14="http://schemas.microsoft.com/office/powerpoint/2010/main" val="537168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8286BF-3354-ECDD-C5EE-E47093941C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675F2C-668E-9E80-D0CA-76F9E90B87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993FC6-3D81-EB0D-F59B-872CB01ADAF3}"/>
              </a:ext>
            </a:extLst>
          </p:cNvPr>
          <p:cNvSpPr>
            <a:spLocks noGrp="1"/>
          </p:cNvSpPr>
          <p:nvPr>
            <p:ph type="dt" sz="half" idx="10"/>
          </p:nvPr>
        </p:nvSpPr>
        <p:spPr/>
        <p:txBody>
          <a:bodyPr/>
          <a:lstStyle/>
          <a:p>
            <a:fld id="{6D70873D-0512-4FF5-9292-59567D7E5589}" type="datetimeFigureOut">
              <a:rPr lang="en-US" smtClean="0"/>
              <a:t>3/29/2026</a:t>
            </a:fld>
            <a:endParaRPr lang="en-US"/>
          </a:p>
        </p:txBody>
      </p:sp>
      <p:sp>
        <p:nvSpPr>
          <p:cNvPr id="5" name="Footer Placeholder 4">
            <a:extLst>
              <a:ext uri="{FF2B5EF4-FFF2-40B4-BE49-F238E27FC236}">
                <a16:creationId xmlns:a16="http://schemas.microsoft.com/office/drawing/2014/main" id="{E3A318C0-C691-5163-6238-2357FDE636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15392B-0305-3C53-5C6E-09FB2B0F34D6}"/>
              </a:ext>
            </a:extLst>
          </p:cNvPr>
          <p:cNvSpPr>
            <a:spLocks noGrp="1"/>
          </p:cNvSpPr>
          <p:nvPr>
            <p:ph type="sldNum" sz="quarter" idx="12"/>
          </p:nvPr>
        </p:nvSpPr>
        <p:spPr/>
        <p:txBody>
          <a:bodyPr/>
          <a:lstStyle/>
          <a:p>
            <a:fld id="{A3AEF68C-8329-47C8-9495-D7D3DA8B6A1D}" type="slidenum">
              <a:rPr lang="en-US" smtClean="0"/>
              <a:t>‹#›</a:t>
            </a:fld>
            <a:endParaRPr lang="en-US"/>
          </a:p>
        </p:txBody>
      </p:sp>
    </p:spTree>
    <p:extLst>
      <p:ext uri="{BB962C8B-B14F-4D97-AF65-F5344CB8AC3E}">
        <p14:creationId xmlns:p14="http://schemas.microsoft.com/office/powerpoint/2010/main" val="641057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nd slide layout">
    <p:bg>
      <p:bgPr>
        <a:solidFill>
          <a:schemeClr val="accent6"/>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0811BDD-858E-4663-871A-2B293641141B}"/>
              </a:ext>
            </a:extLst>
          </p:cNvPr>
          <p:cNvGrpSpPr/>
          <p:nvPr/>
        </p:nvGrpSpPr>
        <p:grpSpPr>
          <a:xfrm rot="12366785">
            <a:off x="10129411" y="5122363"/>
            <a:ext cx="1606966" cy="1446929"/>
            <a:chOff x="6486650" y="2648852"/>
            <a:chExt cx="2745260" cy="2471860"/>
          </a:xfrm>
          <a:solidFill>
            <a:schemeClr val="bg1">
              <a:alpha val="5000"/>
            </a:schemeClr>
          </a:solidFill>
        </p:grpSpPr>
        <p:sp>
          <p:nvSpPr>
            <p:cNvPr id="38" name="Freeform: Shape 37">
              <a:extLst>
                <a:ext uri="{FF2B5EF4-FFF2-40B4-BE49-F238E27FC236}">
                  <a16:creationId xmlns:a16="http://schemas.microsoft.com/office/drawing/2014/main" id="{5228A7DD-C11F-4B4E-AF2C-CE54F2008B9B}"/>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39" name="Group 38">
              <a:extLst>
                <a:ext uri="{FF2B5EF4-FFF2-40B4-BE49-F238E27FC236}">
                  <a16:creationId xmlns:a16="http://schemas.microsoft.com/office/drawing/2014/main" id="{4EBFD568-8E6E-401C-AE55-F36A046BAF38}"/>
                </a:ext>
              </a:extLst>
            </p:cNvPr>
            <p:cNvGrpSpPr/>
            <p:nvPr/>
          </p:nvGrpSpPr>
          <p:grpSpPr>
            <a:xfrm>
              <a:off x="7392963" y="2648852"/>
              <a:ext cx="1838947" cy="1835405"/>
              <a:chOff x="7167947" y="1624190"/>
              <a:chExt cx="2677922" cy="2672763"/>
            </a:xfrm>
            <a:grpFill/>
          </p:grpSpPr>
          <p:sp>
            <p:nvSpPr>
              <p:cNvPr id="40" name="Freeform: Shape 39">
                <a:extLst>
                  <a:ext uri="{FF2B5EF4-FFF2-40B4-BE49-F238E27FC236}">
                    <a16:creationId xmlns:a16="http://schemas.microsoft.com/office/drawing/2014/main" id="{9F4DA946-3FFE-44A8-9614-341AEDEEE4EB}"/>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E9B41061-E576-4CF5-9B7C-FC1E177299A2}"/>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4" name="Freeform: Shape 3">
            <a:extLst>
              <a:ext uri="{FF2B5EF4-FFF2-40B4-BE49-F238E27FC236}">
                <a16:creationId xmlns:a16="http://schemas.microsoft.com/office/drawing/2014/main" id="{4C2D19A9-E706-4355-967B-37AED5F69B20}"/>
              </a:ext>
            </a:extLst>
          </p:cNvPr>
          <p:cNvSpPr/>
          <p:nvPr/>
        </p:nvSpPr>
        <p:spPr>
          <a:xfrm>
            <a:off x="10132589" y="4237994"/>
            <a:ext cx="577306" cy="577307"/>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solidFill>
            <a:schemeClr val="bg1">
              <a:alpha val="5000"/>
            </a:schemeClr>
          </a:solidFill>
          <a:ln w="5155" cap="flat">
            <a:noFill/>
            <a:prstDash val="solid"/>
            <a:miter/>
          </a:ln>
        </p:spPr>
        <p:txBody>
          <a:bodyPr rtlCol="0" anchor="ctr"/>
          <a:lstStyle/>
          <a:p>
            <a:endParaRPr lang="en-US"/>
          </a:p>
        </p:txBody>
      </p:sp>
      <p:grpSp>
        <p:nvGrpSpPr>
          <p:cNvPr id="5" name="Group 4">
            <a:extLst>
              <a:ext uri="{FF2B5EF4-FFF2-40B4-BE49-F238E27FC236}">
                <a16:creationId xmlns:a16="http://schemas.microsoft.com/office/drawing/2014/main" id="{5BC20A26-F482-4693-ACD6-51371EC7CC4B}"/>
              </a:ext>
            </a:extLst>
          </p:cNvPr>
          <p:cNvGrpSpPr/>
          <p:nvPr/>
        </p:nvGrpSpPr>
        <p:grpSpPr>
          <a:xfrm rot="2159485">
            <a:off x="10055501" y="2964359"/>
            <a:ext cx="1639387" cy="985059"/>
            <a:chOff x="2753518" y="3556278"/>
            <a:chExt cx="2028524" cy="1218879"/>
          </a:xfrm>
          <a:solidFill>
            <a:schemeClr val="bg1">
              <a:alpha val="5000"/>
            </a:schemeClr>
          </a:solidFill>
        </p:grpSpPr>
        <p:sp>
          <p:nvSpPr>
            <p:cNvPr id="34" name="Freeform: Shape 33">
              <a:extLst>
                <a:ext uri="{FF2B5EF4-FFF2-40B4-BE49-F238E27FC236}">
                  <a16:creationId xmlns:a16="http://schemas.microsoft.com/office/drawing/2014/main" id="{DD9359D8-12EB-4981-8FC9-674C1DA3FA8C}"/>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35" name="Group 34">
              <a:extLst>
                <a:ext uri="{FF2B5EF4-FFF2-40B4-BE49-F238E27FC236}">
                  <a16:creationId xmlns:a16="http://schemas.microsoft.com/office/drawing/2014/main" id="{D9AE250E-0814-4DFF-80F3-7D1B1F0463B4}"/>
                </a:ext>
              </a:extLst>
            </p:cNvPr>
            <p:cNvGrpSpPr/>
            <p:nvPr/>
          </p:nvGrpSpPr>
          <p:grpSpPr>
            <a:xfrm>
              <a:off x="3563163" y="3556278"/>
              <a:ext cx="1218879" cy="1218879"/>
              <a:chOff x="3264582" y="1870309"/>
              <a:chExt cx="1774962" cy="1774962"/>
            </a:xfrm>
            <a:grpFill/>
          </p:grpSpPr>
          <p:sp>
            <p:nvSpPr>
              <p:cNvPr id="36" name="Freeform: Shape 35">
                <a:extLst>
                  <a:ext uri="{FF2B5EF4-FFF2-40B4-BE49-F238E27FC236}">
                    <a16:creationId xmlns:a16="http://schemas.microsoft.com/office/drawing/2014/main" id="{FAA6CAE3-5ACB-4D9C-ADB8-97A59EC650F1}"/>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8F2F002E-A757-44E2-B762-EAA60285B2AF}"/>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sp>
        <p:nvSpPr>
          <p:cNvPr id="6" name="Freeform: Shape 5">
            <a:extLst>
              <a:ext uri="{FF2B5EF4-FFF2-40B4-BE49-F238E27FC236}">
                <a16:creationId xmlns:a16="http://schemas.microsoft.com/office/drawing/2014/main" id="{ED14329A-1A87-4CC1-B3DE-BA0FD7750868}"/>
              </a:ext>
            </a:extLst>
          </p:cNvPr>
          <p:cNvSpPr/>
          <p:nvPr/>
        </p:nvSpPr>
        <p:spPr>
          <a:xfrm>
            <a:off x="8967752" y="3381941"/>
            <a:ext cx="936646" cy="931442"/>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bg1">
              <a:alpha val="5000"/>
            </a:schemeClr>
          </a:solidFill>
          <a:ln w="515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D9A123FC-02CE-41F5-8044-BF4EEF221F28}"/>
              </a:ext>
            </a:extLst>
          </p:cNvPr>
          <p:cNvSpPr/>
          <p:nvPr/>
        </p:nvSpPr>
        <p:spPr>
          <a:xfrm>
            <a:off x="3024122" y="1688320"/>
            <a:ext cx="1051669" cy="1070562"/>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64288D6C-FFD6-4513-B7FB-6E8702672008}"/>
              </a:ext>
            </a:extLst>
          </p:cNvPr>
          <p:cNvSpPr/>
          <p:nvPr/>
        </p:nvSpPr>
        <p:spPr>
          <a:xfrm>
            <a:off x="11118869" y="220249"/>
            <a:ext cx="853923" cy="853924"/>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solidFill>
            <a:schemeClr val="bg1">
              <a:alpha val="5000"/>
            </a:schemeClr>
          </a:solidFill>
          <a:ln w="5155" cap="flat">
            <a:noFill/>
            <a:prstDash val="solid"/>
            <a:miter/>
          </a:ln>
        </p:spPr>
        <p:txBody>
          <a:bodyPr rtlCol="0" anchor="ctr"/>
          <a:lstStyle/>
          <a:p>
            <a:endParaRPr lang="en-US"/>
          </a:p>
        </p:txBody>
      </p:sp>
      <p:grpSp>
        <p:nvGrpSpPr>
          <p:cNvPr id="9" name="Group 8">
            <a:extLst>
              <a:ext uri="{FF2B5EF4-FFF2-40B4-BE49-F238E27FC236}">
                <a16:creationId xmlns:a16="http://schemas.microsoft.com/office/drawing/2014/main" id="{5A009AE0-84D1-46BD-A3D1-DE1CB19D32ED}"/>
              </a:ext>
            </a:extLst>
          </p:cNvPr>
          <p:cNvGrpSpPr/>
          <p:nvPr/>
        </p:nvGrpSpPr>
        <p:grpSpPr>
          <a:xfrm rot="1212279">
            <a:off x="4087175" y="247501"/>
            <a:ext cx="3054679" cy="1218879"/>
            <a:chOff x="1727363" y="3556278"/>
            <a:chExt cx="3054679" cy="1218879"/>
          </a:xfrm>
          <a:solidFill>
            <a:schemeClr val="bg1">
              <a:alpha val="5000"/>
            </a:schemeClr>
          </a:solidFill>
        </p:grpSpPr>
        <p:sp>
          <p:nvSpPr>
            <p:cNvPr id="29" name="Freeform: Shape 28">
              <a:extLst>
                <a:ext uri="{FF2B5EF4-FFF2-40B4-BE49-F238E27FC236}">
                  <a16:creationId xmlns:a16="http://schemas.microsoft.com/office/drawing/2014/main" id="{F247D2D1-6005-4632-809B-6B5BDCD4F2E1}"/>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30" name="Group 29">
              <a:extLst>
                <a:ext uri="{FF2B5EF4-FFF2-40B4-BE49-F238E27FC236}">
                  <a16:creationId xmlns:a16="http://schemas.microsoft.com/office/drawing/2014/main" id="{BC69DB4C-B2EA-4392-B4A3-EE775C7B812F}"/>
                </a:ext>
              </a:extLst>
            </p:cNvPr>
            <p:cNvGrpSpPr/>
            <p:nvPr/>
          </p:nvGrpSpPr>
          <p:grpSpPr>
            <a:xfrm>
              <a:off x="3563163" y="3556278"/>
              <a:ext cx="1218879" cy="1218879"/>
              <a:chOff x="3264582" y="1870309"/>
              <a:chExt cx="1774962" cy="1774962"/>
            </a:xfrm>
            <a:grpFill/>
          </p:grpSpPr>
          <p:sp>
            <p:nvSpPr>
              <p:cNvPr id="32" name="Freeform: Shape 31">
                <a:extLst>
                  <a:ext uri="{FF2B5EF4-FFF2-40B4-BE49-F238E27FC236}">
                    <a16:creationId xmlns:a16="http://schemas.microsoft.com/office/drawing/2014/main" id="{45A57558-A521-4754-B376-50F1CEB743F4}"/>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53A0459-4D3D-48F2-8909-33333F49E440}"/>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sp>
          <p:nvSpPr>
            <p:cNvPr id="31" name="Freeform: Shape 30">
              <a:extLst>
                <a:ext uri="{FF2B5EF4-FFF2-40B4-BE49-F238E27FC236}">
                  <a16:creationId xmlns:a16="http://schemas.microsoft.com/office/drawing/2014/main" id="{5DAD32A1-1249-4ABA-B7D2-F068D0D4D3F8}"/>
                </a:ext>
              </a:extLst>
            </p:cNvPr>
            <p:cNvSpPr/>
            <p:nvPr/>
          </p:nvSpPr>
          <p:spPr>
            <a:xfrm>
              <a:off x="1727363" y="4086481"/>
              <a:ext cx="683882" cy="686216"/>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grpSp>
        <p:nvGrpSpPr>
          <p:cNvPr id="10" name="Group 9">
            <a:extLst>
              <a:ext uri="{FF2B5EF4-FFF2-40B4-BE49-F238E27FC236}">
                <a16:creationId xmlns:a16="http://schemas.microsoft.com/office/drawing/2014/main" id="{3A215BE9-B303-434B-9E15-6EC5D7007495}"/>
              </a:ext>
            </a:extLst>
          </p:cNvPr>
          <p:cNvGrpSpPr/>
          <p:nvPr/>
        </p:nvGrpSpPr>
        <p:grpSpPr>
          <a:xfrm>
            <a:off x="8507469" y="529601"/>
            <a:ext cx="2745260" cy="2471860"/>
            <a:chOff x="6486650" y="2648852"/>
            <a:chExt cx="2745260" cy="2471860"/>
          </a:xfrm>
          <a:solidFill>
            <a:schemeClr val="bg1">
              <a:alpha val="5000"/>
            </a:schemeClr>
          </a:solidFill>
        </p:grpSpPr>
        <p:sp>
          <p:nvSpPr>
            <p:cNvPr id="25" name="Freeform: Shape 24">
              <a:extLst>
                <a:ext uri="{FF2B5EF4-FFF2-40B4-BE49-F238E27FC236}">
                  <a16:creationId xmlns:a16="http://schemas.microsoft.com/office/drawing/2014/main" id="{7809DAD2-AC54-4D08-BA47-B17D63965C4A}"/>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26" name="Group 25">
              <a:extLst>
                <a:ext uri="{FF2B5EF4-FFF2-40B4-BE49-F238E27FC236}">
                  <a16:creationId xmlns:a16="http://schemas.microsoft.com/office/drawing/2014/main" id="{32FE9CBB-A365-4955-9D17-02A906A0A62F}"/>
                </a:ext>
              </a:extLst>
            </p:cNvPr>
            <p:cNvGrpSpPr/>
            <p:nvPr/>
          </p:nvGrpSpPr>
          <p:grpSpPr>
            <a:xfrm>
              <a:off x="7392963" y="2648852"/>
              <a:ext cx="1838947" cy="1835405"/>
              <a:chOff x="7167947" y="1624190"/>
              <a:chExt cx="2677922" cy="2672763"/>
            </a:xfrm>
            <a:grpFill/>
          </p:grpSpPr>
          <p:sp>
            <p:nvSpPr>
              <p:cNvPr id="27" name="Freeform: Shape 26">
                <a:extLst>
                  <a:ext uri="{FF2B5EF4-FFF2-40B4-BE49-F238E27FC236}">
                    <a16:creationId xmlns:a16="http://schemas.microsoft.com/office/drawing/2014/main" id="{5449B596-5392-4413-8239-0EFAC58C51AC}"/>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8C02BA6-7A63-47F9-8DDF-38320E62477D}"/>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grpSp>
        <p:nvGrpSpPr>
          <p:cNvPr id="11" name="Group 10">
            <a:extLst>
              <a:ext uri="{FF2B5EF4-FFF2-40B4-BE49-F238E27FC236}">
                <a16:creationId xmlns:a16="http://schemas.microsoft.com/office/drawing/2014/main" id="{C952D0FF-E99F-49A0-B658-59855EA4A5AC}"/>
              </a:ext>
            </a:extLst>
          </p:cNvPr>
          <p:cNvGrpSpPr/>
          <p:nvPr/>
        </p:nvGrpSpPr>
        <p:grpSpPr>
          <a:xfrm rot="18655185">
            <a:off x="7923365" y="4809769"/>
            <a:ext cx="1639387" cy="985059"/>
            <a:chOff x="2753518" y="3556278"/>
            <a:chExt cx="2028524" cy="1218879"/>
          </a:xfrm>
          <a:solidFill>
            <a:schemeClr val="bg1">
              <a:alpha val="5000"/>
            </a:schemeClr>
          </a:solidFill>
        </p:grpSpPr>
        <p:sp>
          <p:nvSpPr>
            <p:cNvPr id="21" name="Freeform: Shape 20">
              <a:extLst>
                <a:ext uri="{FF2B5EF4-FFF2-40B4-BE49-F238E27FC236}">
                  <a16:creationId xmlns:a16="http://schemas.microsoft.com/office/drawing/2014/main" id="{7E06EEF8-C820-49D6-9EAE-41763A5315FA}"/>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22" name="Group 21">
              <a:extLst>
                <a:ext uri="{FF2B5EF4-FFF2-40B4-BE49-F238E27FC236}">
                  <a16:creationId xmlns:a16="http://schemas.microsoft.com/office/drawing/2014/main" id="{6B6371E7-8DBE-4426-B808-11EE3562F156}"/>
                </a:ext>
              </a:extLst>
            </p:cNvPr>
            <p:cNvGrpSpPr/>
            <p:nvPr/>
          </p:nvGrpSpPr>
          <p:grpSpPr>
            <a:xfrm>
              <a:off x="3563163" y="3556278"/>
              <a:ext cx="1218879" cy="1218879"/>
              <a:chOff x="3264582" y="1870309"/>
              <a:chExt cx="1774962" cy="1774962"/>
            </a:xfrm>
            <a:grpFill/>
          </p:grpSpPr>
          <p:sp>
            <p:nvSpPr>
              <p:cNvPr id="23" name="Freeform: Shape 22">
                <a:extLst>
                  <a:ext uri="{FF2B5EF4-FFF2-40B4-BE49-F238E27FC236}">
                    <a16:creationId xmlns:a16="http://schemas.microsoft.com/office/drawing/2014/main" id="{6B056C3D-76B0-4443-AB02-45EB5BF3EE13}"/>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7089887-82B9-4AAD-94F6-87BE88D57333}"/>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grpSp>
        <p:nvGrpSpPr>
          <p:cNvPr id="12" name="Group 11">
            <a:extLst>
              <a:ext uri="{FF2B5EF4-FFF2-40B4-BE49-F238E27FC236}">
                <a16:creationId xmlns:a16="http://schemas.microsoft.com/office/drawing/2014/main" id="{BB558D77-924C-4DCC-BFF7-E4B3731F5DA2}"/>
              </a:ext>
            </a:extLst>
          </p:cNvPr>
          <p:cNvGrpSpPr/>
          <p:nvPr/>
        </p:nvGrpSpPr>
        <p:grpSpPr>
          <a:xfrm>
            <a:off x="218787" y="4076953"/>
            <a:ext cx="2745260" cy="2471860"/>
            <a:chOff x="6486650" y="2648852"/>
            <a:chExt cx="2745260" cy="2471860"/>
          </a:xfrm>
          <a:solidFill>
            <a:schemeClr val="bg1">
              <a:alpha val="5000"/>
            </a:schemeClr>
          </a:solidFill>
        </p:grpSpPr>
        <p:sp>
          <p:nvSpPr>
            <p:cNvPr id="17" name="Freeform: Shape 16">
              <a:extLst>
                <a:ext uri="{FF2B5EF4-FFF2-40B4-BE49-F238E27FC236}">
                  <a16:creationId xmlns:a16="http://schemas.microsoft.com/office/drawing/2014/main" id="{889ABFBE-0792-4BCE-A56B-CA7BFD894F8B}"/>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18" name="Group 17">
              <a:extLst>
                <a:ext uri="{FF2B5EF4-FFF2-40B4-BE49-F238E27FC236}">
                  <a16:creationId xmlns:a16="http://schemas.microsoft.com/office/drawing/2014/main" id="{3CB55807-BD22-4048-954D-034035693AB1}"/>
                </a:ext>
              </a:extLst>
            </p:cNvPr>
            <p:cNvGrpSpPr/>
            <p:nvPr/>
          </p:nvGrpSpPr>
          <p:grpSpPr>
            <a:xfrm>
              <a:off x="7392963" y="2648852"/>
              <a:ext cx="1838947" cy="1835405"/>
              <a:chOff x="7167947" y="1624190"/>
              <a:chExt cx="2677922" cy="2672763"/>
            </a:xfrm>
            <a:grpFill/>
          </p:grpSpPr>
          <p:sp>
            <p:nvSpPr>
              <p:cNvPr id="19" name="Freeform: Shape 18">
                <a:extLst>
                  <a:ext uri="{FF2B5EF4-FFF2-40B4-BE49-F238E27FC236}">
                    <a16:creationId xmlns:a16="http://schemas.microsoft.com/office/drawing/2014/main" id="{B604511B-5CCB-4401-AD66-43DC945D0707}"/>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5779E09-5F7A-4743-A1ED-396B9867C6F6}"/>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13" name="Freeform: Shape 12">
            <a:extLst>
              <a:ext uri="{FF2B5EF4-FFF2-40B4-BE49-F238E27FC236}">
                <a16:creationId xmlns:a16="http://schemas.microsoft.com/office/drawing/2014/main" id="{91A4F8E1-7B8C-4038-8994-541902C4B0AB}"/>
              </a:ext>
            </a:extLst>
          </p:cNvPr>
          <p:cNvSpPr/>
          <p:nvPr/>
        </p:nvSpPr>
        <p:spPr>
          <a:xfrm>
            <a:off x="3839744" y="5541765"/>
            <a:ext cx="936646" cy="931442"/>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bg1">
              <a:alpha val="5000"/>
            </a:schemeClr>
          </a:solidFill>
          <a:ln w="515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31E7249-19DE-4C8D-8922-A84026F00998}"/>
              </a:ext>
            </a:extLst>
          </p:cNvPr>
          <p:cNvSpPr/>
          <p:nvPr/>
        </p:nvSpPr>
        <p:spPr>
          <a:xfrm>
            <a:off x="3024122" y="4785587"/>
            <a:ext cx="1051669" cy="1070562"/>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05F296A9-A09A-48BD-A24C-EBADEB320079}"/>
              </a:ext>
            </a:extLst>
          </p:cNvPr>
          <p:cNvSpPr/>
          <p:nvPr/>
        </p:nvSpPr>
        <p:spPr>
          <a:xfrm rot="2246763">
            <a:off x="322349" y="3332008"/>
            <a:ext cx="1218879" cy="1218879"/>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solidFill>
            <a:schemeClr val="bg1">
              <a:alpha val="5000"/>
            </a:schemeClr>
          </a:solidFill>
          <a:ln w="515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7F4FB8-48CF-4E0D-8CB1-B2ED10FE732C}"/>
              </a:ext>
            </a:extLst>
          </p:cNvPr>
          <p:cNvSpPr/>
          <p:nvPr/>
        </p:nvSpPr>
        <p:spPr>
          <a:xfrm>
            <a:off x="6408280" y="6041992"/>
            <a:ext cx="494433" cy="491686"/>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bg1">
              <a:alpha val="5000"/>
            </a:schemeClr>
          </a:solidFill>
          <a:ln w="5155" cap="flat">
            <a:noFill/>
            <a:prstDash val="solid"/>
            <a:miter/>
          </a:ln>
        </p:spPr>
        <p:txBody>
          <a:bodyPr rtlCol="0" anchor="ctr"/>
          <a:lstStyle/>
          <a:p>
            <a:endParaRPr lang="en-US"/>
          </a:p>
        </p:txBody>
      </p:sp>
      <p:grpSp>
        <p:nvGrpSpPr>
          <p:cNvPr id="42" name="Group 41">
            <a:extLst>
              <a:ext uri="{FF2B5EF4-FFF2-40B4-BE49-F238E27FC236}">
                <a16:creationId xmlns:a16="http://schemas.microsoft.com/office/drawing/2014/main" id="{C394B5F9-D8AC-415E-8C09-4BE415AA2EDA}"/>
              </a:ext>
            </a:extLst>
          </p:cNvPr>
          <p:cNvGrpSpPr/>
          <p:nvPr userDrawn="1"/>
        </p:nvGrpSpPr>
        <p:grpSpPr>
          <a:xfrm rot="14140429">
            <a:off x="1251624" y="1931265"/>
            <a:ext cx="1916415" cy="1725560"/>
            <a:chOff x="6486650" y="2648852"/>
            <a:chExt cx="2745260" cy="2471860"/>
          </a:xfrm>
          <a:solidFill>
            <a:schemeClr val="bg1">
              <a:alpha val="5000"/>
            </a:schemeClr>
          </a:solidFill>
        </p:grpSpPr>
        <p:sp>
          <p:nvSpPr>
            <p:cNvPr id="43" name="Freeform: Shape 42">
              <a:extLst>
                <a:ext uri="{FF2B5EF4-FFF2-40B4-BE49-F238E27FC236}">
                  <a16:creationId xmlns:a16="http://schemas.microsoft.com/office/drawing/2014/main" id="{8EFBED93-CBB4-4C98-8D24-35EE940EECB0}"/>
                </a:ext>
              </a:extLst>
            </p:cNvPr>
            <p:cNvSpPr/>
            <p:nvPr/>
          </p:nvSpPr>
          <p:spPr>
            <a:xfrm>
              <a:off x="6486650" y="3806165"/>
              <a:ext cx="1318090" cy="1314547"/>
            </a:xfrm>
            <a:custGeom>
              <a:avLst/>
              <a:gdLst>
                <a:gd name="connsiteX0" fmla="*/ 0 w 1919435"/>
                <a:gd name="connsiteY0" fmla="*/ 987194 h 1914275"/>
                <a:gd name="connsiteX1" fmla="*/ 37667 w 1919435"/>
                <a:gd name="connsiteY1" fmla="*/ 959846 h 1914275"/>
                <a:gd name="connsiteX2" fmla="*/ 169757 w 1919435"/>
                <a:gd name="connsiteY2" fmla="*/ 922696 h 1914275"/>
                <a:gd name="connsiteX3" fmla="*/ 215163 w 1919435"/>
                <a:gd name="connsiteY3" fmla="*/ 872130 h 1914275"/>
                <a:gd name="connsiteX4" fmla="*/ 217743 w 1919435"/>
                <a:gd name="connsiteY4" fmla="*/ 850459 h 1914275"/>
                <a:gd name="connsiteX5" fmla="*/ 189364 w 1919435"/>
                <a:gd name="connsiteY5" fmla="*/ 797830 h 1914275"/>
                <a:gd name="connsiteX6" fmla="*/ 69657 w 1919435"/>
                <a:gd name="connsiteY6" fmla="*/ 727657 h 1914275"/>
                <a:gd name="connsiteX7" fmla="*/ 43858 w 1919435"/>
                <a:gd name="connsiteY7" fmla="*/ 664708 h 1914275"/>
                <a:gd name="connsiteX8" fmla="*/ 46438 w 1919435"/>
                <a:gd name="connsiteY8" fmla="*/ 655936 h 1914275"/>
                <a:gd name="connsiteX9" fmla="*/ 114547 w 1919435"/>
                <a:gd name="connsiteY9" fmla="*/ 608982 h 1914275"/>
                <a:gd name="connsiteX10" fmla="*/ 241478 w 1919435"/>
                <a:gd name="connsiteY10" fmla="*/ 623429 h 1914275"/>
                <a:gd name="connsiteX11" fmla="*/ 306491 w 1919435"/>
                <a:gd name="connsiteY11" fmla="*/ 593503 h 1914275"/>
                <a:gd name="connsiteX12" fmla="*/ 301331 w 1919435"/>
                <a:gd name="connsiteY12" fmla="*/ 505271 h 1914275"/>
                <a:gd name="connsiteX13" fmla="*/ 222386 w 1919435"/>
                <a:gd name="connsiteY13" fmla="*/ 400527 h 1914275"/>
                <a:gd name="connsiteX14" fmla="*/ 222386 w 1919435"/>
                <a:gd name="connsiteY14" fmla="*/ 342222 h 1914275"/>
                <a:gd name="connsiteX15" fmla="*/ 248185 w 1919435"/>
                <a:gd name="connsiteY15" fmla="*/ 313327 h 1914275"/>
                <a:gd name="connsiteX16" fmla="*/ 303395 w 1919435"/>
                <a:gd name="connsiteY16" fmla="*/ 307135 h 1914275"/>
                <a:gd name="connsiteX17" fmla="*/ 420522 w 1919435"/>
                <a:gd name="connsiteY17" fmla="*/ 373180 h 1914275"/>
                <a:gd name="connsiteX18" fmla="*/ 525265 w 1919435"/>
                <a:gd name="connsiteY18" fmla="*/ 343770 h 1914275"/>
                <a:gd name="connsiteX19" fmla="*/ 527845 w 1919435"/>
                <a:gd name="connsiteY19" fmla="*/ 298364 h 1914275"/>
                <a:gd name="connsiteX20" fmla="*/ 493791 w 1919435"/>
                <a:gd name="connsiteY20" fmla="*/ 166789 h 1914275"/>
                <a:gd name="connsiteX21" fmla="*/ 518557 w 1919435"/>
                <a:gd name="connsiteY21" fmla="*/ 105904 h 1914275"/>
                <a:gd name="connsiteX22" fmla="*/ 537649 w 1919435"/>
                <a:gd name="connsiteY22" fmla="*/ 95585 h 1914275"/>
                <a:gd name="connsiteX23" fmla="*/ 608853 w 1919435"/>
                <a:gd name="connsiteY23" fmla="*/ 113128 h 1914275"/>
                <a:gd name="connsiteX24" fmla="*/ 690894 w 1919435"/>
                <a:gd name="connsiteY24" fmla="*/ 217355 h 1914275"/>
                <a:gd name="connsiteX25" fmla="*/ 802861 w 1919435"/>
                <a:gd name="connsiteY25" fmla="*/ 216839 h 1914275"/>
                <a:gd name="connsiteX26" fmla="*/ 816277 w 1919435"/>
                <a:gd name="connsiteY26" fmla="*/ 169369 h 1914275"/>
                <a:gd name="connsiteX27" fmla="*/ 832788 w 1919435"/>
                <a:gd name="connsiteY27" fmla="*/ 48631 h 1914275"/>
                <a:gd name="connsiteX28" fmla="*/ 877677 w 1919435"/>
                <a:gd name="connsiteY28" fmla="*/ 2193 h 1914275"/>
                <a:gd name="connsiteX29" fmla="*/ 917924 w 1919435"/>
                <a:gd name="connsiteY29" fmla="*/ 645 h 1914275"/>
                <a:gd name="connsiteX30" fmla="*/ 956106 w 1919435"/>
                <a:gd name="connsiteY30" fmla="*/ 31603 h 1914275"/>
                <a:gd name="connsiteX31" fmla="*/ 993772 w 1919435"/>
                <a:gd name="connsiteY31" fmla="*/ 163693 h 1914275"/>
                <a:gd name="connsiteX32" fmla="*/ 1089745 w 1919435"/>
                <a:gd name="connsiteY32" fmla="*/ 217871 h 1914275"/>
                <a:gd name="connsiteX33" fmla="*/ 1120703 w 1919435"/>
                <a:gd name="connsiteY33" fmla="*/ 191040 h 1914275"/>
                <a:gd name="connsiteX34" fmla="*/ 1192940 w 1919435"/>
                <a:gd name="connsiteY34" fmla="*/ 68754 h 1914275"/>
                <a:gd name="connsiteX35" fmla="*/ 1251245 w 1919435"/>
                <a:gd name="connsiteY35" fmla="*/ 44503 h 1914275"/>
                <a:gd name="connsiteX36" fmla="*/ 1309035 w 1919435"/>
                <a:gd name="connsiteY36" fmla="*/ 137895 h 1914275"/>
                <a:gd name="connsiteX37" fmla="*/ 1294587 w 1919435"/>
                <a:gd name="connsiteY37" fmla="*/ 255538 h 1914275"/>
                <a:gd name="connsiteX38" fmla="*/ 1294587 w 1919435"/>
                <a:gd name="connsiteY38" fmla="*/ 267921 h 1914275"/>
                <a:gd name="connsiteX39" fmla="*/ 1399331 w 1919435"/>
                <a:gd name="connsiteY39" fmla="*/ 314359 h 1914275"/>
                <a:gd name="connsiteX40" fmla="*/ 1514394 w 1919435"/>
                <a:gd name="connsiteY40" fmla="*/ 228191 h 1914275"/>
                <a:gd name="connsiteX41" fmla="*/ 1584050 w 1919435"/>
                <a:gd name="connsiteY41" fmla="*/ 229223 h 1914275"/>
                <a:gd name="connsiteX42" fmla="*/ 1594886 w 1919435"/>
                <a:gd name="connsiteY42" fmla="*/ 238510 h 1914275"/>
                <a:gd name="connsiteX43" fmla="*/ 1606754 w 1919435"/>
                <a:gd name="connsiteY43" fmla="*/ 317971 h 1914275"/>
                <a:gd name="connsiteX44" fmla="*/ 1543288 w 1919435"/>
                <a:gd name="connsiteY44" fmla="*/ 430970 h 1914275"/>
                <a:gd name="connsiteX45" fmla="*/ 1552060 w 1919435"/>
                <a:gd name="connsiteY45" fmla="*/ 504239 h 1914275"/>
                <a:gd name="connsiteX46" fmla="*/ 1619137 w 1919435"/>
                <a:gd name="connsiteY46" fmla="*/ 531069 h 1914275"/>
                <a:gd name="connsiteX47" fmla="*/ 1754839 w 1919435"/>
                <a:gd name="connsiteY47" fmla="*/ 495467 h 1914275"/>
                <a:gd name="connsiteX48" fmla="*/ 1812629 w 1919435"/>
                <a:gd name="connsiteY48" fmla="*/ 517654 h 1914275"/>
                <a:gd name="connsiteX49" fmla="*/ 1830172 w 1919435"/>
                <a:gd name="connsiteY49" fmla="*/ 552225 h 1914275"/>
                <a:gd name="connsiteX50" fmla="*/ 1815724 w 1919435"/>
                <a:gd name="connsiteY50" fmla="*/ 603306 h 1914275"/>
                <a:gd name="connsiteX51" fmla="*/ 1699630 w 1919435"/>
                <a:gd name="connsiteY51" fmla="*/ 695666 h 1914275"/>
                <a:gd name="connsiteX52" fmla="*/ 1678990 w 1919435"/>
                <a:gd name="connsiteY52" fmla="*/ 751908 h 1914275"/>
                <a:gd name="connsiteX53" fmla="*/ 1685182 w 1919435"/>
                <a:gd name="connsiteY53" fmla="*/ 774611 h 1914275"/>
                <a:gd name="connsiteX54" fmla="*/ 1732652 w 1919435"/>
                <a:gd name="connsiteY54" fmla="*/ 815373 h 1914275"/>
                <a:gd name="connsiteX55" fmla="*/ 1872998 w 1919435"/>
                <a:gd name="connsiteY55" fmla="*/ 834464 h 1914275"/>
                <a:gd name="connsiteX56" fmla="*/ 1918404 w 1919435"/>
                <a:gd name="connsiteY56" fmla="*/ 879354 h 1914275"/>
                <a:gd name="connsiteX57" fmla="*/ 1919952 w 1919435"/>
                <a:gd name="connsiteY57" fmla="*/ 919600 h 1914275"/>
                <a:gd name="connsiteX58" fmla="*/ 1886930 w 1919435"/>
                <a:gd name="connsiteY58" fmla="*/ 958299 h 1914275"/>
                <a:gd name="connsiteX59" fmla="*/ 1754839 w 1919435"/>
                <a:gd name="connsiteY59" fmla="*/ 995965 h 1914275"/>
                <a:gd name="connsiteX60" fmla="*/ 1701178 w 1919435"/>
                <a:gd name="connsiteY60" fmla="*/ 1085229 h 1914275"/>
                <a:gd name="connsiteX61" fmla="*/ 1728524 w 1919435"/>
                <a:gd name="connsiteY61" fmla="*/ 1121348 h 1914275"/>
                <a:gd name="connsiteX62" fmla="*/ 1849779 w 1919435"/>
                <a:gd name="connsiteY62" fmla="*/ 1192552 h 1914275"/>
                <a:gd name="connsiteX63" fmla="*/ 1876094 w 1919435"/>
                <a:gd name="connsiteY63" fmla="*/ 1253954 h 1914275"/>
                <a:gd name="connsiteX64" fmla="*/ 1875062 w 1919435"/>
                <a:gd name="connsiteY64" fmla="*/ 1260145 h 1914275"/>
                <a:gd name="connsiteX65" fmla="*/ 1802309 w 1919435"/>
                <a:gd name="connsiteY65" fmla="*/ 1312259 h 1914275"/>
                <a:gd name="connsiteX66" fmla="*/ 1675379 w 1919435"/>
                <a:gd name="connsiteY66" fmla="*/ 1296264 h 1914275"/>
                <a:gd name="connsiteX67" fmla="*/ 1611398 w 1919435"/>
                <a:gd name="connsiteY67" fmla="*/ 1329286 h 1914275"/>
                <a:gd name="connsiteX68" fmla="*/ 1610365 w 1919435"/>
                <a:gd name="connsiteY68" fmla="*/ 1405651 h 1914275"/>
                <a:gd name="connsiteX69" fmla="*/ 1692406 w 1919435"/>
                <a:gd name="connsiteY69" fmla="*/ 1514006 h 1914275"/>
                <a:gd name="connsiteX70" fmla="*/ 1692406 w 1919435"/>
                <a:gd name="connsiteY70" fmla="*/ 1584695 h 1914275"/>
                <a:gd name="connsiteX71" fmla="*/ 1689310 w 1919435"/>
                <a:gd name="connsiteY71" fmla="*/ 1588307 h 1914275"/>
                <a:gd name="connsiteX72" fmla="*/ 1600562 w 1919435"/>
                <a:gd name="connsiteY72" fmla="*/ 1605850 h 1914275"/>
                <a:gd name="connsiteX73" fmla="*/ 1490659 w 1919435"/>
                <a:gd name="connsiteY73" fmla="*/ 1543933 h 1914275"/>
                <a:gd name="connsiteX74" fmla="*/ 1415326 w 1919435"/>
                <a:gd name="connsiteY74" fmla="*/ 1554769 h 1914275"/>
                <a:gd name="connsiteX75" fmla="*/ 1391075 w 1919435"/>
                <a:gd name="connsiteY75" fmla="*/ 1622877 h 1914275"/>
                <a:gd name="connsiteX76" fmla="*/ 1426677 w 1919435"/>
                <a:gd name="connsiteY76" fmla="*/ 1760128 h 1914275"/>
                <a:gd name="connsiteX77" fmla="*/ 1406554 w 1919435"/>
                <a:gd name="connsiteY77" fmla="*/ 1811725 h 1914275"/>
                <a:gd name="connsiteX78" fmla="*/ 1370436 w 1919435"/>
                <a:gd name="connsiteY78" fmla="*/ 1830300 h 1914275"/>
                <a:gd name="connsiteX79" fmla="*/ 1316258 w 1919435"/>
                <a:gd name="connsiteY79" fmla="*/ 1815337 h 1914275"/>
                <a:gd name="connsiteX80" fmla="*/ 1231122 w 1919435"/>
                <a:gd name="connsiteY80" fmla="*/ 1707498 h 1914275"/>
                <a:gd name="connsiteX81" fmla="*/ 1121219 w 1919435"/>
                <a:gd name="connsiteY81" fmla="*/ 1698210 h 1914275"/>
                <a:gd name="connsiteX82" fmla="*/ 1106771 w 1919435"/>
                <a:gd name="connsiteY82" fmla="*/ 1727105 h 1914275"/>
                <a:gd name="connsiteX83" fmla="*/ 1087165 w 1919435"/>
                <a:gd name="connsiteY83" fmla="*/ 1868999 h 1914275"/>
                <a:gd name="connsiteX84" fmla="*/ 1050014 w 1919435"/>
                <a:gd name="connsiteY84" fmla="*/ 1919049 h 1914275"/>
                <a:gd name="connsiteX85" fmla="*/ 987581 w 1919435"/>
                <a:gd name="connsiteY85" fmla="*/ 1919049 h 1914275"/>
                <a:gd name="connsiteX86" fmla="*/ 960234 w 1919435"/>
                <a:gd name="connsiteY86" fmla="*/ 1880866 h 1914275"/>
                <a:gd name="connsiteX87" fmla="*/ 921535 w 1919435"/>
                <a:gd name="connsiteY87" fmla="*/ 1744132 h 1914275"/>
                <a:gd name="connsiteX88" fmla="*/ 875614 w 1919435"/>
                <a:gd name="connsiteY88" fmla="*/ 1703886 h 1914275"/>
                <a:gd name="connsiteX89" fmla="*/ 847751 w 1919435"/>
                <a:gd name="connsiteY89" fmla="*/ 1700790 h 1914275"/>
                <a:gd name="connsiteX90" fmla="*/ 800281 w 1919435"/>
                <a:gd name="connsiteY90" fmla="*/ 1727105 h 1914275"/>
                <a:gd name="connsiteX91" fmla="*/ 788414 w 1919435"/>
                <a:gd name="connsiteY91" fmla="*/ 1747228 h 1914275"/>
                <a:gd name="connsiteX92" fmla="*/ 723401 w 1919435"/>
                <a:gd name="connsiteY92" fmla="*/ 1857131 h 1914275"/>
                <a:gd name="connsiteX93" fmla="*/ 674383 w 1919435"/>
                <a:gd name="connsiteY93" fmla="*/ 1877254 h 1914275"/>
                <a:gd name="connsiteX94" fmla="*/ 634652 w 1919435"/>
                <a:gd name="connsiteY94" fmla="*/ 1863839 h 1914275"/>
                <a:gd name="connsiteX95" fmla="*/ 607822 w 1919435"/>
                <a:gd name="connsiteY95" fmla="*/ 1813789 h 1914275"/>
                <a:gd name="connsiteX96" fmla="*/ 624848 w 1919435"/>
                <a:gd name="connsiteY96" fmla="*/ 1672927 h 1914275"/>
                <a:gd name="connsiteX97" fmla="*/ 586150 w 1919435"/>
                <a:gd name="connsiteY97" fmla="*/ 1607398 h 1914275"/>
                <a:gd name="connsiteX98" fmla="*/ 514430 w 1919435"/>
                <a:gd name="connsiteY98" fmla="*/ 1611010 h 1914275"/>
                <a:gd name="connsiteX99" fmla="*/ 413814 w 1919435"/>
                <a:gd name="connsiteY99" fmla="*/ 1687375 h 1914275"/>
                <a:gd name="connsiteX100" fmla="*/ 324550 w 1919435"/>
                <a:gd name="connsiteY100" fmla="*/ 1682215 h 1914275"/>
                <a:gd name="connsiteX101" fmla="*/ 316810 w 1919435"/>
                <a:gd name="connsiteY101" fmla="*/ 1674475 h 1914275"/>
                <a:gd name="connsiteX102" fmla="*/ 309071 w 1919435"/>
                <a:gd name="connsiteY102" fmla="*/ 1612558 h 1914275"/>
                <a:gd name="connsiteX103" fmla="*/ 376148 w 1919435"/>
                <a:gd name="connsiteY103" fmla="*/ 1492851 h 1914275"/>
                <a:gd name="connsiteX104" fmla="*/ 387499 w 1919435"/>
                <a:gd name="connsiteY104" fmla="*/ 1456217 h 1914275"/>
                <a:gd name="connsiteX105" fmla="*/ 297203 w 1919435"/>
                <a:gd name="connsiteY105" fmla="*/ 1391720 h 1914275"/>
                <a:gd name="connsiteX106" fmla="*/ 158405 w 1919435"/>
                <a:gd name="connsiteY106" fmla="*/ 1427838 h 1914275"/>
                <a:gd name="connsiteX107" fmla="*/ 114031 w 1919435"/>
                <a:gd name="connsiteY107" fmla="*/ 1412875 h 1914275"/>
                <a:gd name="connsiteX108" fmla="*/ 91844 w 1919435"/>
                <a:gd name="connsiteY108" fmla="*/ 1373660 h 1914275"/>
                <a:gd name="connsiteX109" fmla="*/ 106808 w 1919435"/>
                <a:gd name="connsiteY109" fmla="*/ 1315871 h 1914275"/>
                <a:gd name="connsiteX110" fmla="*/ 209487 w 1919435"/>
                <a:gd name="connsiteY110" fmla="*/ 1234347 h 1914275"/>
                <a:gd name="connsiteX111" fmla="*/ 236834 w 1919435"/>
                <a:gd name="connsiteY111" fmla="*/ 1151274 h 1914275"/>
                <a:gd name="connsiteX112" fmla="*/ 181624 w 1919435"/>
                <a:gd name="connsiteY112" fmla="*/ 1104836 h 1914275"/>
                <a:gd name="connsiteX113" fmla="*/ 52114 w 1919435"/>
                <a:gd name="connsiteY113" fmla="*/ 1087293 h 1914275"/>
                <a:gd name="connsiteX114" fmla="*/ 1032 w 1919435"/>
                <a:gd name="connsiteY114" fmla="*/ 1051175 h 1914275"/>
                <a:gd name="connsiteX115" fmla="*/ 0 w 1919435"/>
                <a:gd name="connsiteY115" fmla="*/ 987194 h 1914275"/>
                <a:gd name="connsiteX116" fmla="*/ 1198616 w 1919435"/>
                <a:gd name="connsiteY116" fmla="*/ 960879 h 1914275"/>
                <a:gd name="connsiteX117" fmla="*/ 958686 w 1919435"/>
                <a:gd name="connsiteY117" fmla="*/ 720949 h 1914275"/>
                <a:gd name="connsiteX118" fmla="*/ 720304 w 1919435"/>
                <a:gd name="connsiteY118" fmla="*/ 959331 h 1914275"/>
                <a:gd name="connsiteX119" fmla="*/ 957654 w 1919435"/>
                <a:gd name="connsiteY119" fmla="*/ 1198744 h 1914275"/>
                <a:gd name="connsiteX120" fmla="*/ 1198616 w 1919435"/>
                <a:gd name="connsiteY120" fmla="*/ 960879 h 19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19435" h="1914275">
                  <a:moveTo>
                    <a:pt x="0" y="987194"/>
                  </a:moveTo>
                  <a:cubicBezTo>
                    <a:pt x="8256" y="971714"/>
                    <a:pt x="21155" y="963975"/>
                    <a:pt x="37667" y="959846"/>
                  </a:cubicBezTo>
                  <a:cubicBezTo>
                    <a:pt x="82041" y="947979"/>
                    <a:pt x="125383" y="934564"/>
                    <a:pt x="169757" y="922696"/>
                  </a:cubicBezTo>
                  <a:cubicBezTo>
                    <a:pt x="196587" y="915473"/>
                    <a:pt x="212583" y="900509"/>
                    <a:pt x="215163" y="872130"/>
                  </a:cubicBezTo>
                  <a:cubicBezTo>
                    <a:pt x="215679" y="864907"/>
                    <a:pt x="216710" y="857683"/>
                    <a:pt x="217743" y="850459"/>
                  </a:cubicBezTo>
                  <a:cubicBezTo>
                    <a:pt x="220323" y="826209"/>
                    <a:pt x="209487" y="809697"/>
                    <a:pt x="189364" y="797830"/>
                  </a:cubicBezTo>
                  <a:cubicBezTo>
                    <a:pt x="149118" y="774611"/>
                    <a:pt x="109388" y="750876"/>
                    <a:pt x="69657" y="727657"/>
                  </a:cubicBezTo>
                  <a:cubicBezTo>
                    <a:pt x="40246" y="710629"/>
                    <a:pt x="35087" y="697730"/>
                    <a:pt x="43858" y="664708"/>
                  </a:cubicBezTo>
                  <a:cubicBezTo>
                    <a:pt x="44890" y="661612"/>
                    <a:pt x="45406" y="658516"/>
                    <a:pt x="46438" y="655936"/>
                  </a:cubicBezTo>
                  <a:cubicBezTo>
                    <a:pt x="59337" y="613110"/>
                    <a:pt x="70689" y="604854"/>
                    <a:pt x="114547" y="608982"/>
                  </a:cubicBezTo>
                  <a:cubicBezTo>
                    <a:pt x="156857" y="613110"/>
                    <a:pt x="199167" y="617754"/>
                    <a:pt x="241478" y="623429"/>
                  </a:cubicBezTo>
                  <a:cubicBezTo>
                    <a:pt x="275016" y="627557"/>
                    <a:pt x="289463" y="621881"/>
                    <a:pt x="306491" y="593503"/>
                  </a:cubicBezTo>
                  <a:cubicBezTo>
                    <a:pt x="330741" y="554288"/>
                    <a:pt x="329710" y="541905"/>
                    <a:pt x="301331" y="505271"/>
                  </a:cubicBezTo>
                  <a:cubicBezTo>
                    <a:pt x="274500" y="470700"/>
                    <a:pt x="248185" y="435614"/>
                    <a:pt x="222386" y="400527"/>
                  </a:cubicBezTo>
                  <a:cubicBezTo>
                    <a:pt x="206907" y="379888"/>
                    <a:pt x="206907" y="362861"/>
                    <a:pt x="222386" y="342222"/>
                  </a:cubicBezTo>
                  <a:cubicBezTo>
                    <a:pt x="230126" y="331902"/>
                    <a:pt x="238382" y="321583"/>
                    <a:pt x="248185" y="313327"/>
                  </a:cubicBezTo>
                  <a:cubicBezTo>
                    <a:pt x="267792" y="296816"/>
                    <a:pt x="281208" y="294752"/>
                    <a:pt x="303395" y="307135"/>
                  </a:cubicBezTo>
                  <a:cubicBezTo>
                    <a:pt x="342609" y="328806"/>
                    <a:pt x="382856" y="348929"/>
                    <a:pt x="420522" y="373180"/>
                  </a:cubicBezTo>
                  <a:cubicBezTo>
                    <a:pt x="463864" y="401043"/>
                    <a:pt x="493791" y="382468"/>
                    <a:pt x="525265" y="343770"/>
                  </a:cubicBezTo>
                  <a:cubicBezTo>
                    <a:pt x="535585" y="330870"/>
                    <a:pt x="531973" y="313843"/>
                    <a:pt x="527845" y="298364"/>
                  </a:cubicBezTo>
                  <a:cubicBezTo>
                    <a:pt x="516493" y="254506"/>
                    <a:pt x="505142" y="210647"/>
                    <a:pt x="493791" y="166789"/>
                  </a:cubicBezTo>
                  <a:cubicBezTo>
                    <a:pt x="485535" y="135315"/>
                    <a:pt x="490694" y="122415"/>
                    <a:pt x="518557" y="105904"/>
                  </a:cubicBezTo>
                  <a:cubicBezTo>
                    <a:pt x="524749" y="102292"/>
                    <a:pt x="530941" y="98680"/>
                    <a:pt x="537649" y="95585"/>
                  </a:cubicBezTo>
                  <a:cubicBezTo>
                    <a:pt x="571187" y="80105"/>
                    <a:pt x="586150" y="83717"/>
                    <a:pt x="608853" y="113128"/>
                  </a:cubicBezTo>
                  <a:cubicBezTo>
                    <a:pt x="636200" y="147698"/>
                    <a:pt x="663547" y="182785"/>
                    <a:pt x="690894" y="217355"/>
                  </a:cubicBezTo>
                  <a:cubicBezTo>
                    <a:pt x="716693" y="249346"/>
                    <a:pt x="777062" y="249346"/>
                    <a:pt x="802861" y="216839"/>
                  </a:cubicBezTo>
                  <a:cubicBezTo>
                    <a:pt x="813697" y="202908"/>
                    <a:pt x="813697" y="185365"/>
                    <a:pt x="816277" y="169369"/>
                  </a:cubicBezTo>
                  <a:cubicBezTo>
                    <a:pt x="822468" y="129123"/>
                    <a:pt x="827628" y="88877"/>
                    <a:pt x="832788" y="48631"/>
                  </a:cubicBezTo>
                  <a:cubicBezTo>
                    <a:pt x="836916" y="16640"/>
                    <a:pt x="845687" y="7868"/>
                    <a:pt x="877677" y="2193"/>
                  </a:cubicBezTo>
                  <a:cubicBezTo>
                    <a:pt x="891093" y="-387"/>
                    <a:pt x="904509" y="-387"/>
                    <a:pt x="917924" y="645"/>
                  </a:cubicBezTo>
                  <a:cubicBezTo>
                    <a:pt x="937531" y="1677"/>
                    <a:pt x="950947" y="11996"/>
                    <a:pt x="956106" y="31603"/>
                  </a:cubicBezTo>
                  <a:cubicBezTo>
                    <a:pt x="968490" y="75461"/>
                    <a:pt x="981389" y="119835"/>
                    <a:pt x="993772" y="163693"/>
                  </a:cubicBezTo>
                  <a:cubicBezTo>
                    <a:pt x="1006672" y="208584"/>
                    <a:pt x="1043822" y="229739"/>
                    <a:pt x="1089745" y="217871"/>
                  </a:cubicBezTo>
                  <a:cubicBezTo>
                    <a:pt x="1104707" y="214259"/>
                    <a:pt x="1113479" y="203424"/>
                    <a:pt x="1120703" y="191040"/>
                  </a:cubicBezTo>
                  <a:cubicBezTo>
                    <a:pt x="1144438" y="150278"/>
                    <a:pt x="1168689" y="109516"/>
                    <a:pt x="1192940" y="68754"/>
                  </a:cubicBezTo>
                  <a:cubicBezTo>
                    <a:pt x="1208419" y="42439"/>
                    <a:pt x="1221835" y="36763"/>
                    <a:pt x="1251245" y="44503"/>
                  </a:cubicBezTo>
                  <a:cubicBezTo>
                    <a:pt x="1310067" y="59466"/>
                    <a:pt x="1317806" y="72366"/>
                    <a:pt x="1309035" y="137895"/>
                  </a:cubicBezTo>
                  <a:cubicBezTo>
                    <a:pt x="1303875" y="177109"/>
                    <a:pt x="1299231" y="216323"/>
                    <a:pt x="1294587" y="255538"/>
                  </a:cubicBezTo>
                  <a:cubicBezTo>
                    <a:pt x="1294071" y="259665"/>
                    <a:pt x="1294071" y="263793"/>
                    <a:pt x="1294587" y="267921"/>
                  </a:cubicBezTo>
                  <a:cubicBezTo>
                    <a:pt x="1301295" y="309715"/>
                    <a:pt x="1364760" y="338610"/>
                    <a:pt x="1399331" y="314359"/>
                  </a:cubicBezTo>
                  <a:cubicBezTo>
                    <a:pt x="1438545" y="286496"/>
                    <a:pt x="1476211" y="257085"/>
                    <a:pt x="1514394" y="228191"/>
                  </a:cubicBezTo>
                  <a:cubicBezTo>
                    <a:pt x="1542256" y="207036"/>
                    <a:pt x="1556188" y="207552"/>
                    <a:pt x="1584050" y="229223"/>
                  </a:cubicBezTo>
                  <a:cubicBezTo>
                    <a:pt x="1587663" y="232319"/>
                    <a:pt x="1591274" y="234898"/>
                    <a:pt x="1594886" y="238510"/>
                  </a:cubicBezTo>
                  <a:cubicBezTo>
                    <a:pt x="1627393" y="269469"/>
                    <a:pt x="1628941" y="278757"/>
                    <a:pt x="1606754" y="317971"/>
                  </a:cubicBezTo>
                  <a:cubicBezTo>
                    <a:pt x="1585599" y="355637"/>
                    <a:pt x="1565475" y="393819"/>
                    <a:pt x="1543288" y="430970"/>
                  </a:cubicBezTo>
                  <a:cubicBezTo>
                    <a:pt x="1527293" y="458317"/>
                    <a:pt x="1534517" y="481020"/>
                    <a:pt x="1552060" y="504239"/>
                  </a:cubicBezTo>
                  <a:cubicBezTo>
                    <a:pt x="1569604" y="527458"/>
                    <a:pt x="1589726" y="538809"/>
                    <a:pt x="1619137" y="531069"/>
                  </a:cubicBezTo>
                  <a:cubicBezTo>
                    <a:pt x="1664543" y="519202"/>
                    <a:pt x="1709949" y="507850"/>
                    <a:pt x="1754839" y="495467"/>
                  </a:cubicBezTo>
                  <a:cubicBezTo>
                    <a:pt x="1783734" y="487727"/>
                    <a:pt x="1796634" y="492371"/>
                    <a:pt x="1812629" y="517654"/>
                  </a:cubicBezTo>
                  <a:cubicBezTo>
                    <a:pt x="1819853" y="528490"/>
                    <a:pt x="1826044" y="539841"/>
                    <a:pt x="1830172" y="552225"/>
                  </a:cubicBezTo>
                  <a:cubicBezTo>
                    <a:pt x="1837912" y="574412"/>
                    <a:pt x="1834299" y="588343"/>
                    <a:pt x="1815724" y="603306"/>
                  </a:cubicBezTo>
                  <a:cubicBezTo>
                    <a:pt x="1777026" y="634265"/>
                    <a:pt x="1738844" y="665224"/>
                    <a:pt x="1699630" y="695666"/>
                  </a:cubicBezTo>
                  <a:cubicBezTo>
                    <a:pt x="1680022" y="710629"/>
                    <a:pt x="1674862" y="729205"/>
                    <a:pt x="1678990" y="751908"/>
                  </a:cubicBezTo>
                  <a:cubicBezTo>
                    <a:pt x="1680539" y="759647"/>
                    <a:pt x="1683119" y="766871"/>
                    <a:pt x="1685182" y="774611"/>
                  </a:cubicBezTo>
                  <a:cubicBezTo>
                    <a:pt x="1691890" y="798862"/>
                    <a:pt x="1707885" y="812277"/>
                    <a:pt x="1732652" y="815373"/>
                  </a:cubicBezTo>
                  <a:cubicBezTo>
                    <a:pt x="1779606" y="821565"/>
                    <a:pt x="1826560" y="828272"/>
                    <a:pt x="1872998" y="834464"/>
                  </a:cubicBezTo>
                  <a:cubicBezTo>
                    <a:pt x="1900861" y="838076"/>
                    <a:pt x="1915308" y="851491"/>
                    <a:pt x="1918404" y="879354"/>
                  </a:cubicBezTo>
                  <a:cubicBezTo>
                    <a:pt x="1919952" y="892770"/>
                    <a:pt x="1921500" y="906185"/>
                    <a:pt x="1919952" y="919600"/>
                  </a:cubicBezTo>
                  <a:cubicBezTo>
                    <a:pt x="1917372" y="940755"/>
                    <a:pt x="1906536" y="952623"/>
                    <a:pt x="1886930" y="958299"/>
                  </a:cubicBezTo>
                  <a:cubicBezTo>
                    <a:pt x="1843071" y="970682"/>
                    <a:pt x="1798697" y="983065"/>
                    <a:pt x="1754839" y="995965"/>
                  </a:cubicBezTo>
                  <a:cubicBezTo>
                    <a:pt x="1712013" y="1008348"/>
                    <a:pt x="1692406" y="1040855"/>
                    <a:pt x="1701178" y="1085229"/>
                  </a:cubicBezTo>
                  <a:cubicBezTo>
                    <a:pt x="1704273" y="1102256"/>
                    <a:pt x="1714077" y="1113092"/>
                    <a:pt x="1728524" y="1121348"/>
                  </a:cubicBezTo>
                  <a:cubicBezTo>
                    <a:pt x="1768771" y="1145083"/>
                    <a:pt x="1809016" y="1168817"/>
                    <a:pt x="1849779" y="1192552"/>
                  </a:cubicBezTo>
                  <a:cubicBezTo>
                    <a:pt x="1879706" y="1210096"/>
                    <a:pt x="1884350" y="1220415"/>
                    <a:pt x="1876094" y="1253954"/>
                  </a:cubicBezTo>
                  <a:cubicBezTo>
                    <a:pt x="1875578" y="1256018"/>
                    <a:pt x="1875578" y="1258082"/>
                    <a:pt x="1875062" y="1260145"/>
                  </a:cubicBezTo>
                  <a:cubicBezTo>
                    <a:pt x="1862678" y="1300908"/>
                    <a:pt x="1848747" y="1321031"/>
                    <a:pt x="1802309" y="1312259"/>
                  </a:cubicBezTo>
                  <a:cubicBezTo>
                    <a:pt x="1760515" y="1304003"/>
                    <a:pt x="1717689" y="1302456"/>
                    <a:pt x="1675379" y="1296264"/>
                  </a:cubicBezTo>
                  <a:cubicBezTo>
                    <a:pt x="1645452" y="1292136"/>
                    <a:pt x="1625845" y="1304003"/>
                    <a:pt x="1611398" y="1329286"/>
                  </a:cubicBezTo>
                  <a:cubicBezTo>
                    <a:pt x="1596434" y="1355085"/>
                    <a:pt x="1589726" y="1379336"/>
                    <a:pt x="1610365" y="1405651"/>
                  </a:cubicBezTo>
                  <a:cubicBezTo>
                    <a:pt x="1638228" y="1441254"/>
                    <a:pt x="1665059" y="1477888"/>
                    <a:pt x="1692406" y="1514006"/>
                  </a:cubicBezTo>
                  <a:cubicBezTo>
                    <a:pt x="1715109" y="1543417"/>
                    <a:pt x="1715109" y="1555285"/>
                    <a:pt x="1692406" y="1584695"/>
                  </a:cubicBezTo>
                  <a:cubicBezTo>
                    <a:pt x="1691374" y="1585727"/>
                    <a:pt x="1690342" y="1587275"/>
                    <a:pt x="1689310" y="1588307"/>
                  </a:cubicBezTo>
                  <a:cubicBezTo>
                    <a:pt x="1659383" y="1620298"/>
                    <a:pt x="1647516" y="1634229"/>
                    <a:pt x="1600562" y="1605850"/>
                  </a:cubicBezTo>
                  <a:cubicBezTo>
                    <a:pt x="1564444" y="1584179"/>
                    <a:pt x="1526261" y="1565604"/>
                    <a:pt x="1490659" y="1543933"/>
                  </a:cubicBezTo>
                  <a:cubicBezTo>
                    <a:pt x="1461248" y="1526390"/>
                    <a:pt x="1438545" y="1536709"/>
                    <a:pt x="1415326" y="1554769"/>
                  </a:cubicBezTo>
                  <a:cubicBezTo>
                    <a:pt x="1392107" y="1572312"/>
                    <a:pt x="1382819" y="1593467"/>
                    <a:pt x="1391075" y="1622877"/>
                  </a:cubicBezTo>
                  <a:cubicBezTo>
                    <a:pt x="1403974" y="1668284"/>
                    <a:pt x="1415326" y="1714205"/>
                    <a:pt x="1426677" y="1760128"/>
                  </a:cubicBezTo>
                  <a:cubicBezTo>
                    <a:pt x="1432870" y="1784894"/>
                    <a:pt x="1427710" y="1798310"/>
                    <a:pt x="1406554" y="1811725"/>
                  </a:cubicBezTo>
                  <a:cubicBezTo>
                    <a:pt x="1395203" y="1818949"/>
                    <a:pt x="1383335" y="1825657"/>
                    <a:pt x="1370436" y="1830300"/>
                  </a:cubicBezTo>
                  <a:cubicBezTo>
                    <a:pt x="1347733" y="1838556"/>
                    <a:pt x="1331222" y="1834428"/>
                    <a:pt x="1316258" y="1815337"/>
                  </a:cubicBezTo>
                  <a:cubicBezTo>
                    <a:pt x="1287879" y="1779735"/>
                    <a:pt x="1259501" y="1743616"/>
                    <a:pt x="1231122" y="1707498"/>
                  </a:cubicBezTo>
                  <a:cubicBezTo>
                    <a:pt x="1203775" y="1673443"/>
                    <a:pt x="1154242" y="1668800"/>
                    <a:pt x="1121219" y="1698210"/>
                  </a:cubicBezTo>
                  <a:cubicBezTo>
                    <a:pt x="1112447" y="1705950"/>
                    <a:pt x="1108320" y="1715753"/>
                    <a:pt x="1106771" y="1727105"/>
                  </a:cubicBezTo>
                  <a:cubicBezTo>
                    <a:pt x="1100064" y="1774575"/>
                    <a:pt x="1092324" y="1821529"/>
                    <a:pt x="1087165" y="1868999"/>
                  </a:cubicBezTo>
                  <a:cubicBezTo>
                    <a:pt x="1084068" y="1893766"/>
                    <a:pt x="1074265" y="1911309"/>
                    <a:pt x="1050014" y="1919049"/>
                  </a:cubicBezTo>
                  <a:cubicBezTo>
                    <a:pt x="1029375" y="1919049"/>
                    <a:pt x="1008220" y="1919049"/>
                    <a:pt x="987581" y="1919049"/>
                  </a:cubicBezTo>
                  <a:cubicBezTo>
                    <a:pt x="973133" y="1910277"/>
                    <a:pt x="964878" y="1897377"/>
                    <a:pt x="960234" y="1880866"/>
                  </a:cubicBezTo>
                  <a:cubicBezTo>
                    <a:pt x="947851" y="1835460"/>
                    <a:pt x="933919" y="1790054"/>
                    <a:pt x="921535" y="1744132"/>
                  </a:cubicBezTo>
                  <a:cubicBezTo>
                    <a:pt x="914828" y="1719881"/>
                    <a:pt x="899865" y="1706982"/>
                    <a:pt x="875614" y="1703886"/>
                  </a:cubicBezTo>
                  <a:cubicBezTo>
                    <a:pt x="866326" y="1702854"/>
                    <a:pt x="857038" y="1701306"/>
                    <a:pt x="847751" y="1700790"/>
                  </a:cubicBezTo>
                  <a:cubicBezTo>
                    <a:pt x="826080" y="1699242"/>
                    <a:pt x="811117" y="1709046"/>
                    <a:pt x="800281" y="1727105"/>
                  </a:cubicBezTo>
                  <a:cubicBezTo>
                    <a:pt x="796153" y="1733813"/>
                    <a:pt x="792541" y="1740520"/>
                    <a:pt x="788414" y="1747228"/>
                  </a:cubicBezTo>
                  <a:cubicBezTo>
                    <a:pt x="766742" y="1783862"/>
                    <a:pt x="745587" y="1821013"/>
                    <a:pt x="723401" y="1857131"/>
                  </a:cubicBezTo>
                  <a:cubicBezTo>
                    <a:pt x="711533" y="1877254"/>
                    <a:pt x="697085" y="1882414"/>
                    <a:pt x="674383" y="1877254"/>
                  </a:cubicBezTo>
                  <a:cubicBezTo>
                    <a:pt x="660451" y="1874158"/>
                    <a:pt x="647552" y="1869515"/>
                    <a:pt x="634652" y="1863839"/>
                  </a:cubicBezTo>
                  <a:cubicBezTo>
                    <a:pt x="611949" y="1853003"/>
                    <a:pt x="604726" y="1839072"/>
                    <a:pt x="607822" y="1813789"/>
                  </a:cubicBezTo>
                  <a:cubicBezTo>
                    <a:pt x="613497" y="1766835"/>
                    <a:pt x="618141" y="1719881"/>
                    <a:pt x="624848" y="1672927"/>
                  </a:cubicBezTo>
                  <a:cubicBezTo>
                    <a:pt x="629492" y="1639905"/>
                    <a:pt x="611949" y="1621846"/>
                    <a:pt x="586150" y="1607398"/>
                  </a:cubicBezTo>
                  <a:cubicBezTo>
                    <a:pt x="560868" y="1593467"/>
                    <a:pt x="538165" y="1591403"/>
                    <a:pt x="514430" y="1611010"/>
                  </a:cubicBezTo>
                  <a:cubicBezTo>
                    <a:pt x="481407" y="1637325"/>
                    <a:pt x="446836" y="1661576"/>
                    <a:pt x="413814" y="1687375"/>
                  </a:cubicBezTo>
                  <a:cubicBezTo>
                    <a:pt x="380276" y="1713690"/>
                    <a:pt x="365828" y="1719365"/>
                    <a:pt x="324550" y="1682215"/>
                  </a:cubicBezTo>
                  <a:cubicBezTo>
                    <a:pt x="321970" y="1679635"/>
                    <a:pt x="319390" y="1677055"/>
                    <a:pt x="316810" y="1674475"/>
                  </a:cubicBezTo>
                  <a:cubicBezTo>
                    <a:pt x="296687" y="1653836"/>
                    <a:pt x="294623" y="1637841"/>
                    <a:pt x="309071" y="1612558"/>
                  </a:cubicBezTo>
                  <a:cubicBezTo>
                    <a:pt x="331258" y="1572828"/>
                    <a:pt x="353960" y="1532581"/>
                    <a:pt x="376148" y="1492851"/>
                  </a:cubicBezTo>
                  <a:cubicBezTo>
                    <a:pt x="382339" y="1481500"/>
                    <a:pt x="389047" y="1470148"/>
                    <a:pt x="387499" y="1456217"/>
                  </a:cubicBezTo>
                  <a:cubicBezTo>
                    <a:pt x="383887" y="1414423"/>
                    <a:pt x="337449" y="1381400"/>
                    <a:pt x="297203" y="1391720"/>
                  </a:cubicBezTo>
                  <a:cubicBezTo>
                    <a:pt x="250765" y="1403587"/>
                    <a:pt x="204327" y="1415455"/>
                    <a:pt x="158405" y="1427838"/>
                  </a:cubicBezTo>
                  <a:cubicBezTo>
                    <a:pt x="139830" y="1432998"/>
                    <a:pt x="125899" y="1427322"/>
                    <a:pt x="114031" y="1412875"/>
                  </a:cubicBezTo>
                  <a:cubicBezTo>
                    <a:pt x="104228" y="1401007"/>
                    <a:pt x="98036" y="1387592"/>
                    <a:pt x="91844" y="1373660"/>
                  </a:cubicBezTo>
                  <a:cubicBezTo>
                    <a:pt x="81525" y="1349409"/>
                    <a:pt x="86169" y="1331866"/>
                    <a:pt x="106808" y="1315871"/>
                  </a:cubicBezTo>
                  <a:cubicBezTo>
                    <a:pt x="140862" y="1288524"/>
                    <a:pt x="175432" y="1261693"/>
                    <a:pt x="209487" y="1234347"/>
                  </a:cubicBezTo>
                  <a:cubicBezTo>
                    <a:pt x="245605" y="1206484"/>
                    <a:pt x="248701" y="1194616"/>
                    <a:pt x="236834" y="1151274"/>
                  </a:cubicBezTo>
                  <a:cubicBezTo>
                    <a:pt x="228578" y="1122896"/>
                    <a:pt x="211551" y="1107932"/>
                    <a:pt x="181624" y="1104836"/>
                  </a:cubicBezTo>
                  <a:cubicBezTo>
                    <a:pt x="138282" y="1100192"/>
                    <a:pt x="95456" y="1091937"/>
                    <a:pt x="52114" y="1087293"/>
                  </a:cubicBezTo>
                  <a:cubicBezTo>
                    <a:pt x="27347" y="1084713"/>
                    <a:pt x="9804" y="1074910"/>
                    <a:pt x="1032" y="1051175"/>
                  </a:cubicBezTo>
                  <a:cubicBezTo>
                    <a:pt x="0" y="1028988"/>
                    <a:pt x="0" y="1008348"/>
                    <a:pt x="0" y="987194"/>
                  </a:cubicBezTo>
                  <a:close/>
                  <a:moveTo>
                    <a:pt x="1198616" y="960879"/>
                  </a:moveTo>
                  <a:cubicBezTo>
                    <a:pt x="1200163" y="838592"/>
                    <a:pt x="1104192" y="720433"/>
                    <a:pt x="958686" y="720949"/>
                  </a:cubicBezTo>
                  <a:cubicBezTo>
                    <a:pt x="824016" y="721465"/>
                    <a:pt x="720821" y="824145"/>
                    <a:pt x="720304" y="959331"/>
                  </a:cubicBezTo>
                  <a:cubicBezTo>
                    <a:pt x="719788" y="1096581"/>
                    <a:pt x="827628" y="1197712"/>
                    <a:pt x="957654" y="1198744"/>
                  </a:cubicBezTo>
                  <a:cubicBezTo>
                    <a:pt x="1090776" y="1199776"/>
                    <a:pt x="1198100" y="1092969"/>
                    <a:pt x="1198616" y="960879"/>
                  </a:cubicBezTo>
                  <a:close/>
                </a:path>
              </a:pathLst>
            </a:custGeom>
            <a:grpFill/>
            <a:ln w="5155" cap="flat">
              <a:noFill/>
              <a:prstDash val="solid"/>
              <a:miter/>
            </a:ln>
          </p:spPr>
          <p:txBody>
            <a:bodyPr rtlCol="0" anchor="ctr"/>
            <a:lstStyle/>
            <a:p>
              <a:endParaRPr lang="en-US"/>
            </a:p>
          </p:txBody>
        </p:sp>
        <p:grpSp>
          <p:nvGrpSpPr>
            <p:cNvPr id="44" name="Group 43">
              <a:extLst>
                <a:ext uri="{FF2B5EF4-FFF2-40B4-BE49-F238E27FC236}">
                  <a16:creationId xmlns:a16="http://schemas.microsoft.com/office/drawing/2014/main" id="{2A8F8B1D-3A60-433E-8DEA-E9695D76ACF7}"/>
                </a:ext>
              </a:extLst>
            </p:cNvPr>
            <p:cNvGrpSpPr/>
            <p:nvPr/>
          </p:nvGrpSpPr>
          <p:grpSpPr>
            <a:xfrm>
              <a:off x="7392963" y="2648852"/>
              <a:ext cx="1838947" cy="1835405"/>
              <a:chOff x="7167947" y="1624190"/>
              <a:chExt cx="2677922" cy="2672763"/>
            </a:xfrm>
            <a:grpFill/>
          </p:grpSpPr>
          <p:sp>
            <p:nvSpPr>
              <p:cNvPr id="45" name="Freeform: Shape 44">
                <a:extLst>
                  <a:ext uri="{FF2B5EF4-FFF2-40B4-BE49-F238E27FC236}">
                    <a16:creationId xmlns:a16="http://schemas.microsoft.com/office/drawing/2014/main" id="{BC21027D-C275-43F0-9DF7-CDBF13331717}"/>
                  </a:ext>
                </a:extLst>
              </p:cNvPr>
              <p:cNvSpPr/>
              <p:nvPr/>
            </p:nvSpPr>
            <p:spPr>
              <a:xfrm>
                <a:off x="7167947" y="1624190"/>
                <a:ext cx="2677922" cy="2672763"/>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515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FE31230A-3F00-4E5D-AB2B-619EA30B194D}"/>
                  </a:ext>
                </a:extLst>
              </p:cNvPr>
              <p:cNvSpPr/>
              <p:nvPr/>
            </p:nvSpPr>
            <p:spPr>
              <a:xfrm>
                <a:off x="7558586" y="2011427"/>
                <a:ext cx="1898797" cy="1893637"/>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5155" cap="flat">
                <a:noFill/>
                <a:prstDash val="solid"/>
                <a:miter/>
              </a:ln>
            </p:spPr>
            <p:txBody>
              <a:bodyPr rtlCol="0" anchor="ctr"/>
              <a:lstStyle/>
              <a:p>
                <a:endParaRPr lang="en-US"/>
              </a:p>
            </p:txBody>
          </p:sp>
        </p:grpSp>
      </p:grpSp>
      <p:sp>
        <p:nvSpPr>
          <p:cNvPr id="47" name="Freeform: Shape 46">
            <a:extLst>
              <a:ext uri="{FF2B5EF4-FFF2-40B4-BE49-F238E27FC236}">
                <a16:creationId xmlns:a16="http://schemas.microsoft.com/office/drawing/2014/main" id="{BED5CE5D-67E4-403F-B3DA-7E99871E9C8C}"/>
              </a:ext>
            </a:extLst>
          </p:cNvPr>
          <p:cNvSpPr/>
          <p:nvPr userDrawn="1"/>
        </p:nvSpPr>
        <p:spPr>
          <a:xfrm>
            <a:off x="529815" y="248541"/>
            <a:ext cx="577306" cy="577307"/>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solidFill>
            <a:schemeClr val="bg1">
              <a:alpha val="5000"/>
            </a:schemeClr>
          </a:solidFill>
          <a:ln w="515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170C0C8B-A623-4A77-8067-AE3A11119257}"/>
              </a:ext>
            </a:extLst>
          </p:cNvPr>
          <p:cNvSpPr/>
          <p:nvPr userDrawn="1"/>
        </p:nvSpPr>
        <p:spPr>
          <a:xfrm>
            <a:off x="7565721" y="431683"/>
            <a:ext cx="1263772" cy="1286476"/>
          </a:xfrm>
          <a:custGeom>
            <a:avLst/>
            <a:gdLst>
              <a:gd name="connsiteX0" fmla="*/ 879664 w 1723364"/>
              <a:gd name="connsiteY0" fmla="*/ 267 h 1754322"/>
              <a:gd name="connsiteX1" fmla="*/ 964801 w 1723364"/>
              <a:gd name="connsiteY1" fmla="*/ 5943 h 1754322"/>
              <a:gd name="connsiteX2" fmla="*/ 979248 w 1723364"/>
              <a:gd name="connsiteY2" fmla="*/ 18843 h 1754322"/>
              <a:gd name="connsiteX3" fmla="*/ 977700 w 1723364"/>
              <a:gd name="connsiteY3" fmla="*/ 158673 h 1754322"/>
              <a:gd name="connsiteX4" fmla="*/ 968928 w 1723364"/>
              <a:gd name="connsiteY4" fmla="*/ 213366 h 1754322"/>
              <a:gd name="connsiteX5" fmla="*/ 979764 w 1723364"/>
              <a:gd name="connsiteY5" fmla="*/ 229877 h 1754322"/>
              <a:gd name="connsiteX6" fmla="*/ 1149520 w 1723364"/>
              <a:gd name="connsiteY6" fmla="*/ 285087 h 1754322"/>
              <a:gd name="connsiteX7" fmla="*/ 1166548 w 1723364"/>
              <a:gd name="connsiteY7" fmla="*/ 278379 h 1754322"/>
              <a:gd name="connsiteX8" fmla="*/ 1210406 w 1723364"/>
              <a:gd name="connsiteY8" fmla="*/ 190663 h 1754322"/>
              <a:gd name="connsiteX9" fmla="*/ 1263035 w 1723364"/>
              <a:gd name="connsiteY9" fmla="*/ 123070 h 1754322"/>
              <a:gd name="connsiteX10" fmla="*/ 1304314 w 1723364"/>
              <a:gd name="connsiteY10" fmla="*/ 119458 h 1754322"/>
              <a:gd name="connsiteX11" fmla="*/ 1458075 w 1723364"/>
              <a:gd name="connsiteY11" fmla="*/ 231941 h 1754322"/>
              <a:gd name="connsiteX12" fmla="*/ 1462203 w 1723364"/>
              <a:gd name="connsiteY12" fmla="*/ 251549 h 1754322"/>
              <a:gd name="connsiteX13" fmla="*/ 1461171 w 1723364"/>
              <a:gd name="connsiteY13" fmla="*/ 254128 h 1754322"/>
              <a:gd name="connsiteX14" fmla="*/ 1396158 w 1723364"/>
              <a:gd name="connsiteY14" fmla="*/ 347004 h 1754322"/>
              <a:gd name="connsiteX15" fmla="*/ 1337336 w 1723364"/>
              <a:gd name="connsiteY15" fmla="*/ 404794 h 1754322"/>
              <a:gd name="connsiteX16" fmla="*/ 1336304 w 1723364"/>
              <a:gd name="connsiteY16" fmla="*/ 419757 h 1754322"/>
              <a:gd name="connsiteX17" fmla="*/ 1369327 w 1723364"/>
              <a:gd name="connsiteY17" fmla="*/ 457939 h 1754322"/>
              <a:gd name="connsiteX18" fmla="*/ 1442596 w 1723364"/>
              <a:gd name="connsiteY18" fmla="*/ 565263 h 1754322"/>
              <a:gd name="connsiteX19" fmla="*/ 1462719 w 1723364"/>
              <a:gd name="connsiteY19" fmla="*/ 570938 h 1754322"/>
              <a:gd name="connsiteX20" fmla="*/ 1573138 w 1723364"/>
              <a:gd name="connsiteY20" fmla="*/ 514697 h 1754322"/>
              <a:gd name="connsiteX21" fmla="*/ 1650018 w 1723364"/>
              <a:gd name="connsiteY21" fmla="*/ 501281 h 1754322"/>
              <a:gd name="connsiteX22" fmla="*/ 1659822 w 1723364"/>
              <a:gd name="connsiteY22" fmla="*/ 509537 h 1754322"/>
              <a:gd name="connsiteX23" fmla="*/ 1724835 w 1723364"/>
              <a:gd name="connsiteY23" fmla="*/ 709220 h 1754322"/>
              <a:gd name="connsiteX24" fmla="*/ 1717611 w 1723364"/>
              <a:gd name="connsiteY24" fmla="*/ 723668 h 1754322"/>
              <a:gd name="connsiteX25" fmla="*/ 1671173 w 1723364"/>
              <a:gd name="connsiteY25" fmla="*/ 748950 h 1754322"/>
              <a:gd name="connsiteX26" fmla="*/ 1618544 w 1723364"/>
              <a:gd name="connsiteY26" fmla="*/ 760302 h 1754322"/>
              <a:gd name="connsiteX27" fmla="*/ 1529280 w 1723364"/>
              <a:gd name="connsiteY27" fmla="*/ 774234 h 1754322"/>
              <a:gd name="connsiteX28" fmla="*/ 1515349 w 1723364"/>
              <a:gd name="connsiteY28" fmla="*/ 791777 h 1754322"/>
              <a:gd name="connsiteX29" fmla="*/ 1521024 w 1723364"/>
              <a:gd name="connsiteY29" fmla="*/ 857306 h 1754322"/>
              <a:gd name="connsiteX30" fmla="*/ 1516380 w 1723364"/>
              <a:gd name="connsiteY30" fmla="*/ 953794 h 1754322"/>
              <a:gd name="connsiteX31" fmla="*/ 1538567 w 1723364"/>
              <a:gd name="connsiteY31" fmla="*/ 983720 h 1754322"/>
              <a:gd name="connsiteX32" fmla="*/ 1653114 w 1723364"/>
              <a:gd name="connsiteY32" fmla="*/ 1001779 h 1754322"/>
              <a:gd name="connsiteX33" fmla="*/ 1700584 w 1723364"/>
              <a:gd name="connsiteY33" fmla="*/ 1024483 h 1754322"/>
              <a:gd name="connsiteX34" fmla="*/ 1719675 w 1723364"/>
              <a:gd name="connsiteY34" fmla="*/ 1067825 h 1754322"/>
              <a:gd name="connsiteX35" fmla="*/ 1661370 w 1723364"/>
              <a:gd name="connsiteY35" fmla="*/ 1243773 h 1754322"/>
              <a:gd name="connsiteX36" fmla="*/ 1641763 w 1723364"/>
              <a:gd name="connsiteY36" fmla="*/ 1255124 h 1754322"/>
              <a:gd name="connsiteX37" fmla="*/ 1541663 w 1723364"/>
              <a:gd name="connsiteY37" fmla="*/ 1226230 h 1754322"/>
              <a:gd name="connsiteX38" fmla="*/ 1461687 w 1723364"/>
              <a:gd name="connsiteY38" fmla="*/ 1184436 h 1754322"/>
              <a:gd name="connsiteX39" fmla="*/ 1444143 w 1723364"/>
              <a:gd name="connsiteY39" fmla="*/ 1189079 h 1754322"/>
              <a:gd name="connsiteX40" fmla="*/ 1339400 w 1723364"/>
              <a:gd name="connsiteY40" fmla="*/ 1333553 h 1754322"/>
              <a:gd name="connsiteX41" fmla="*/ 1339916 w 1723364"/>
              <a:gd name="connsiteY41" fmla="*/ 1353160 h 1754322"/>
              <a:gd name="connsiteX42" fmla="*/ 1430212 w 1723364"/>
              <a:gd name="connsiteY42" fmla="*/ 1443456 h 1754322"/>
              <a:gd name="connsiteX43" fmla="*/ 1465814 w 1723364"/>
              <a:gd name="connsiteY43" fmla="*/ 1511565 h 1754322"/>
              <a:gd name="connsiteX44" fmla="*/ 1461171 w 1723364"/>
              <a:gd name="connsiteY44" fmla="*/ 1521369 h 1754322"/>
              <a:gd name="connsiteX45" fmla="*/ 1290382 w 1723364"/>
              <a:gd name="connsiteY45" fmla="*/ 1645203 h 1754322"/>
              <a:gd name="connsiteX46" fmla="*/ 1275419 w 1723364"/>
              <a:gd name="connsiteY46" fmla="*/ 1643655 h 1754322"/>
              <a:gd name="connsiteX47" fmla="*/ 1207310 w 1723364"/>
              <a:gd name="connsiteY47" fmla="*/ 1558003 h 1754322"/>
              <a:gd name="connsiteX48" fmla="*/ 1167064 w 1723364"/>
              <a:gd name="connsiteY48" fmla="*/ 1477511 h 1754322"/>
              <a:gd name="connsiteX49" fmla="*/ 1150036 w 1723364"/>
              <a:gd name="connsiteY49" fmla="*/ 1470803 h 1754322"/>
              <a:gd name="connsiteX50" fmla="*/ 981312 w 1723364"/>
              <a:gd name="connsiteY50" fmla="*/ 1526013 h 1754322"/>
              <a:gd name="connsiteX51" fmla="*/ 969960 w 1723364"/>
              <a:gd name="connsiteY51" fmla="*/ 1544072 h 1754322"/>
              <a:gd name="connsiteX52" fmla="*/ 989052 w 1723364"/>
              <a:gd name="connsiteY52" fmla="*/ 1663779 h 1754322"/>
              <a:gd name="connsiteX53" fmla="*/ 978216 w 1723364"/>
              <a:gd name="connsiteY53" fmla="*/ 1743755 h 1754322"/>
              <a:gd name="connsiteX54" fmla="*/ 966864 w 1723364"/>
              <a:gd name="connsiteY54" fmla="*/ 1749947 h 1754322"/>
              <a:gd name="connsiteX55" fmla="*/ 758410 w 1723364"/>
              <a:gd name="connsiteY55" fmla="*/ 1749947 h 1754322"/>
              <a:gd name="connsiteX56" fmla="*/ 745510 w 1723364"/>
              <a:gd name="connsiteY56" fmla="*/ 1737047 h 1754322"/>
              <a:gd name="connsiteX57" fmla="*/ 747058 w 1723364"/>
              <a:gd name="connsiteY57" fmla="*/ 1598249 h 1754322"/>
              <a:gd name="connsiteX58" fmla="*/ 756346 w 1723364"/>
              <a:gd name="connsiteY58" fmla="*/ 1543556 h 1754322"/>
              <a:gd name="connsiteX59" fmla="*/ 744478 w 1723364"/>
              <a:gd name="connsiteY59" fmla="*/ 1525496 h 1754322"/>
              <a:gd name="connsiteX60" fmla="*/ 575754 w 1723364"/>
              <a:gd name="connsiteY60" fmla="*/ 1470287 h 1754322"/>
              <a:gd name="connsiteX61" fmla="*/ 559758 w 1723364"/>
              <a:gd name="connsiteY61" fmla="*/ 1475963 h 1754322"/>
              <a:gd name="connsiteX62" fmla="*/ 504549 w 1723364"/>
              <a:gd name="connsiteY62" fmla="*/ 1585350 h 1754322"/>
              <a:gd name="connsiteX63" fmla="*/ 447275 w 1723364"/>
              <a:gd name="connsiteY63" fmla="*/ 1645719 h 1754322"/>
              <a:gd name="connsiteX64" fmla="*/ 434376 w 1723364"/>
              <a:gd name="connsiteY64" fmla="*/ 1643655 h 1754322"/>
              <a:gd name="connsiteX65" fmla="*/ 290418 w 1723364"/>
              <a:gd name="connsiteY65" fmla="*/ 1542008 h 1754322"/>
              <a:gd name="connsiteX66" fmla="*/ 265651 w 1723364"/>
              <a:gd name="connsiteY66" fmla="*/ 1521369 h 1754322"/>
              <a:gd name="connsiteX67" fmla="*/ 262039 w 1723364"/>
              <a:gd name="connsiteY67" fmla="*/ 1505889 h 1754322"/>
              <a:gd name="connsiteX68" fmla="*/ 321893 w 1723364"/>
              <a:gd name="connsiteY68" fmla="*/ 1415593 h 1754322"/>
              <a:gd name="connsiteX69" fmla="*/ 386906 w 1723364"/>
              <a:gd name="connsiteY69" fmla="*/ 1351096 h 1754322"/>
              <a:gd name="connsiteX70" fmla="*/ 387938 w 1723364"/>
              <a:gd name="connsiteY70" fmla="*/ 1334069 h 1754322"/>
              <a:gd name="connsiteX71" fmla="*/ 354915 w 1723364"/>
              <a:gd name="connsiteY71" fmla="*/ 1295887 h 1754322"/>
              <a:gd name="connsiteX72" fmla="*/ 282678 w 1723364"/>
              <a:gd name="connsiteY72" fmla="*/ 1189595 h 1754322"/>
              <a:gd name="connsiteX73" fmla="*/ 262555 w 1723364"/>
              <a:gd name="connsiteY73" fmla="*/ 1183920 h 1754322"/>
              <a:gd name="connsiteX74" fmla="*/ 152136 w 1723364"/>
              <a:gd name="connsiteY74" fmla="*/ 1240161 h 1754322"/>
              <a:gd name="connsiteX75" fmla="*/ 75256 w 1723364"/>
              <a:gd name="connsiteY75" fmla="*/ 1253577 h 1754322"/>
              <a:gd name="connsiteX76" fmla="*/ 65452 w 1723364"/>
              <a:gd name="connsiteY76" fmla="*/ 1245321 h 1754322"/>
              <a:gd name="connsiteX77" fmla="*/ 439 w 1723364"/>
              <a:gd name="connsiteY77" fmla="*/ 1045637 h 1754322"/>
              <a:gd name="connsiteX78" fmla="*/ 7663 w 1723364"/>
              <a:gd name="connsiteY78" fmla="*/ 1031190 h 1754322"/>
              <a:gd name="connsiteX79" fmla="*/ 54101 w 1723364"/>
              <a:gd name="connsiteY79" fmla="*/ 1005907 h 1754322"/>
              <a:gd name="connsiteX80" fmla="*/ 106730 w 1723364"/>
              <a:gd name="connsiteY80" fmla="*/ 994556 h 1754322"/>
              <a:gd name="connsiteX81" fmla="*/ 197026 w 1723364"/>
              <a:gd name="connsiteY81" fmla="*/ 980109 h 1754322"/>
              <a:gd name="connsiteX82" fmla="*/ 209410 w 1723364"/>
              <a:gd name="connsiteY82" fmla="*/ 964113 h 1754322"/>
              <a:gd name="connsiteX83" fmla="*/ 203734 w 1723364"/>
              <a:gd name="connsiteY83" fmla="*/ 897552 h 1754322"/>
              <a:gd name="connsiteX84" fmla="*/ 208378 w 1723364"/>
              <a:gd name="connsiteY84" fmla="*/ 801064 h 1754322"/>
              <a:gd name="connsiteX85" fmla="*/ 185159 w 1723364"/>
              <a:gd name="connsiteY85" fmla="*/ 770622 h 1754322"/>
              <a:gd name="connsiteX86" fmla="*/ 73192 w 1723364"/>
              <a:gd name="connsiteY86" fmla="*/ 753079 h 1754322"/>
              <a:gd name="connsiteX87" fmla="*/ 24690 w 1723364"/>
              <a:gd name="connsiteY87" fmla="*/ 730375 h 1754322"/>
              <a:gd name="connsiteX88" fmla="*/ 5599 w 1723364"/>
              <a:gd name="connsiteY88" fmla="*/ 687033 h 1754322"/>
              <a:gd name="connsiteX89" fmla="*/ 63904 w 1723364"/>
              <a:gd name="connsiteY89" fmla="*/ 511085 h 1754322"/>
              <a:gd name="connsiteX90" fmla="*/ 83511 w 1723364"/>
              <a:gd name="connsiteY90" fmla="*/ 499733 h 1754322"/>
              <a:gd name="connsiteX91" fmla="*/ 183611 w 1723364"/>
              <a:gd name="connsiteY91" fmla="*/ 528628 h 1754322"/>
              <a:gd name="connsiteX92" fmla="*/ 262555 w 1723364"/>
              <a:gd name="connsiteY92" fmla="*/ 569390 h 1754322"/>
              <a:gd name="connsiteX93" fmla="*/ 282163 w 1723364"/>
              <a:gd name="connsiteY93" fmla="*/ 564231 h 1754322"/>
              <a:gd name="connsiteX94" fmla="*/ 386906 w 1723364"/>
              <a:gd name="connsiteY94" fmla="*/ 419757 h 1754322"/>
              <a:gd name="connsiteX95" fmla="*/ 386390 w 1723364"/>
              <a:gd name="connsiteY95" fmla="*/ 402214 h 1754322"/>
              <a:gd name="connsiteX96" fmla="*/ 296094 w 1723364"/>
              <a:gd name="connsiteY96" fmla="*/ 311918 h 1754322"/>
              <a:gd name="connsiteX97" fmla="*/ 259975 w 1723364"/>
              <a:gd name="connsiteY97" fmla="*/ 242777 h 1754322"/>
              <a:gd name="connsiteX98" fmla="*/ 264619 w 1723364"/>
              <a:gd name="connsiteY98" fmla="*/ 232973 h 1754322"/>
              <a:gd name="connsiteX99" fmla="*/ 435408 w 1723364"/>
              <a:gd name="connsiteY99" fmla="*/ 109139 h 1754322"/>
              <a:gd name="connsiteX100" fmla="*/ 450371 w 1723364"/>
              <a:gd name="connsiteY100" fmla="*/ 110687 h 1754322"/>
              <a:gd name="connsiteX101" fmla="*/ 518480 w 1723364"/>
              <a:gd name="connsiteY101" fmla="*/ 196339 h 1754322"/>
              <a:gd name="connsiteX102" fmla="*/ 559758 w 1723364"/>
              <a:gd name="connsiteY102" fmla="*/ 277863 h 1754322"/>
              <a:gd name="connsiteX103" fmla="*/ 574722 w 1723364"/>
              <a:gd name="connsiteY103" fmla="*/ 283539 h 1754322"/>
              <a:gd name="connsiteX104" fmla="*/ 746026 w 1723364"/>
              <a:gd name="connsiteY104" fmla="*/ 227813 h 1754322"/>
              <a:gd name="connsiteX105" fmla="*/ 756346 w 1723364"/>
              <a:gd name="connsiteY105" fmla="*/ 211302 h 1754322"/>
              <a:gd name="connsiteX106" fmla="*/ 737254 w 1723364"/>
              <a:gd name="connsiteY106" fmla="*/ 91596 h 1754322"/>
              <a:gd name="connsiteX107" fmla="*/ 748090 w 1723364"/>
              <a:gd name="connsiteY107" fmla="*/ 10587 h 1754322"/>
              <a:gd name="connsiteX108" fmla="*/ 758410 w 1723364"/>
              <a:gd name="connsiteY108" fmla="*/ 4395 h 1754322"/>
              <a:gd name="connsiteX109" fmla="*/ 879664 w 1723364"/>
              <a:gd name="connsiteY109" fmla="*/ 267 h 1754322"/>
              <a:gd name="connsiteX110" fmla="*/ 861605 w 1723364"/>
              <a:gd name="connsiteY110" fmla="*/ 1409918 h 1754322"/>
              <a:gd name="connsiteX111" fmla="*/ 1392546 w 1723364"/>
              <a:gd name="connsiteY111" fmla="*/ 879493 h 1754322"/>
              <a:gd name="connsiteX112" fmla="*/ 862637 w 1723364"/>
              <a:gd name="connsiteY112" fmla="*/ 348552 h 1754322"/>
              <a:gd name="connsiteX113" fmla="*/ 331180 w 1723364"/>
              <a:gd name="connsiteY113" fmla="*/ 879493 h 1754322"/>
              <a:gd name="connsiteX114" fmla="*/ 861605 w 1723364"/>
              <a:gd name="connsiteY114" fmla="*/ 1409918 h 175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723364" h="1754322">
                <a:moveTo>
                  <a:pt x="879664" y="267"/>
                </a:moveTo>
                <a:cubicBezTo>
                  <a:pt x="907527" y="2332"/>
                  <a:pt x="935906" y="4395"/>
                  <a:pt x="964801" y="5943"/>
                </a:cubicBezTo>
                <a:cubicBezTo>
                  <a:pt x="974088" y="6459"/>
                  <a:pt x="976668" y="11103"/>
                  <a:pt x="979248" y="18843"/>
                </a:cubicBezTo>
                <a:cubicBezTo>
                  <a:pt x="994727" y="65797"/>
                  <a:pt x="985956" y="112235"/>
                  <a:pt x="977700" y="158673"/>
                </a:cubicBezTo>
                <a:cubicBezTo>
                  <a:pt x="974604" y="176732"/>
                  <a:pt x="972024" y="195307"/>
                  <a:pt x="968928" y="213366"/>
                </a:cubicBezTo>
                <a:cubicBezTo>
                  <a:pt x="967380" y="222654"/>
                  <a:pt x="969960" y="227813"/>
                  <a:pt x="979764" y="229877"/>
                </a:cubicBezTo>
                <a:cubicBezTo>
                  <a:pt x="1038585" y="240713"/>
                  <a:pt x="1095343" y="259804"/>
                  <a:pt x="1149520" y="285087"/>
                </a:cubicBezTo>
                <a:cubicBezTo>
                  <a:pt x="1158808" y="289215"/>
                  <a:pt x="1162420" y="286119"/>
                  <a:pt x="1166548" y="278379"/>
                </a:cubicBezTo>
                <a:cubicBezTo>
                  <a:pt x="1180995" y="248969"/>
                  <a:pt x="1197506" y="220590"/>
                  <a:pt x="1210406" y="190663"/>
                </a:cubicBezTo>
                <a:cubicBezTo>
                  <a:pt x="1222273" y="163316"/>
                  <a:pt x="1240848" y="142161"/>
                  <a:pt x="1263035" y="123070"/>
                </a:cubicBezTo>
                <a:cubicBezTo>
                  <a:pt x="1282643" y="106043"/>
                  <a:pt x="1282127" y="106559"/>
                  <a:pt x="1304314" y="119458"/>
                </a:cubicBezTo>
                <a:cubicBezTo>
                  <a:pt x="1359523" y="151449"/>
                  <a:pt x="1409573" y="190663"/>
                  <a:pt x="1458075" y="231941"/>
                </a:cubicBezTo>
                <a:cubicBezTo>
                  <a:pt x="1465299" y="238133"/>
                  <a:pt x="1467362" y="243809"/>
                  <a:pt x="1462203" y="251549"/>
                </a:cubicBezTo>
                <a:cubicBezTo>
                  <a:pt x="1461687" y="252064"/>
                  <a:pt x="1461171" y="253096"/>
                  <a:pt x="1461171" y="254128"/>
                </a:cubicBezTo>
                <a:cubicBezTo>
                  <a:pt x="1448271" y="291279"/>
                  <a:pt x="1425052" y="320689"/>
                  <a:pt x="1396158" y="347004"/>
                </a:cubicBezTo>
                <a:cubicBezTo>
                  <a:pt x="1375518" y="365064"/>
                  <a:pt x="1356943" y="385703"/>
                  <a:pt x="1337336" y="404794"/>
                </a:cubicBezTo>
                <a:cubicBezTo>
                  <a:pt x="1332177" y="409954"/>
                  <a:pt x="1330628" y="413565"/>
                  <a:pt x="1336304" y="419757"/>
                </a:cubicBezTo>
                <a:cubicBezTo>
                  <a:pt x="1347656" y="432141"/>
                  <a:pt x="1357459" y="445556"/>
                  <a:pt x="1369327" y="457939"/>
                </a:cubicBezTo>
                <a:cubicBezTo>
                  <a:pt x="1399769" y="489930"/>
                  <a:pt x="1419893" y="528628"/>
                  <a:pt x="1442596" y="565263"/>
                </a:cubicBezTo>
                <a:cubicBezTo>
                  <a:pt x="1448271" y="574550"/>
                  <a:pt x="1452915" y="576098"/>
                  <a:pt x="1462719" y="570938"/>
                </a:cubicBezTo>
                <a:cubicBezTo>
                  <a:pt x="1499353" y="551847"/>
                  <a:pt x="1535988" y="533272"/>
                  <a:pt x="1573138" y="514697"/>
                </a:cubicBezTo>
                <a:cubicBezTo>
                  <a:pt x="1597389" y="502830"/>
                  <a:pt x="1624220" y="504893"/>
                  <a:pt x="1650018" y="501281"/>
                </a:cubicBezTo>
                <a:cubicBezTo>
                  <a:pt x="1655694" y="500250"/>
                  <a:pt x="1658274" y="505409"/>
                  <a:pt x="1659822" y="509537"/>
                </a:cubicBezTo>
                <a:cubicBezTo>
                  <a:pt x="1687685" y="574034"/>
                  <a:pt x="1709872" y="640595"/>
                  <a:pt x="1724835" y="709220"/>
                </a:cubicBezTo>
                <a:cubicBezTo>
                  <a:pt x="1726383" y="716444"/>
                  <a:pt x="1723803" y="720572"/>
                  <a:pt x="1717611" y="723668"/>
                </a:cubicBezTo>
                <a:cubicBezTo>
                  <a:pt x="1702132" y="731923"/>
                  <a:pt x="1686653" y="740695"/>
                  <a:pt x="1671173" y="748950"/>
                </a:cubicBezTo>
                <a:cubicBezTo>
                  <a:pt x="1654662" y="757722"/>
                  <a:pt x="1636087" y="757206"/>
                  <a:pt x="1618544" y="760302"/>
                </a:cubicBezTo>
                <a:cubicBezTo>
                  <a:pt x="1589133" y="765462"/>
                  <a:pt x="1559207" y="770106"/>
                  <a:pt x="1529280" y="774234"/>
                </a:cubicBezTo>
                <a:cubicBezTo>
                  <a:pt x="1517412" y="775781"/>
                  <a:pt x="1514316" y="780941"/>
                  <a:pt x="1515349" y="791777"/>
                </a:cubicBezTo>
                <a:cubicBezTo>
                  <a:pt x="1517412" y="813448"/>
                  <a:pt x="1518444" y="835635"/>
                  <a:pt x="1521024" y="857306"/>
                </a:cubicBezTo>
                <a:cubicBezTo>
                  <a:pt x="1524636" y="889813"/>
                  <a:pt x="1518960" y="921803"/>
                  <a:pt x="1516380" y="953794"/>
                </a:cubicBezTo>
                <a:cubicBezTo>
                  <a:pt x="1514316" y="980109"/>
                  <a:pt x="1513284" y="980109"/>
                  <a:pt x="1538567" y="983720"/>
                </a:cubicBezTo>
                <a:cubicBezTo>
                  <a:pt x="1576750" y="989912"/>
                  <a:pt x="1614932" y="995588"/>
                  <a:pt x="1653114" y="1001779"/>
                </a:cubicBezTo>
                <a:cubicBezTo>
                  <a:pt x="1671173" y="1004875"/>
                  <a:pt x="1685105" y="1016227"/>
                  <a:pt x="1700584" y="1024483"/>
                </a:cubicBezTo>
                <a:cubicBezTo>
                  <a:pt x="1726899" y="1038414"/>
                  <a:pt x="1725867" y="1038930"/>
                  <a:pt x="1719675" y="1067825"/>
                </a:cubicBezTo>
                <a:cubicBezTo>
                  <a:pt x="1706260" y="1128710"/>
                  <a:pt x="1685105" y="1186500"/>
                  <a:pt x="1661370" y="1243773"/>
                </a:cubicBezTo>
                <a:cubicBezTo>
                  <a:pt x="1657242" y="1253577"/>
                  <a:pt x="1651566" y="1256157"/>
                  <a:pt x="1641763" y="1255124"/>
                </a:cubicBezTo>
                <a:cubicBezTo>
                  <a:pt x="1606160" y="1252028"/>
                  <a:pt x="1572622" y="1244805"/>
                  <a:pt x="1541663" y="1226230"/>
                </a:cubicBezTo>
                <a:cubicBezTo>
                  <a:pt x="1515864" y="1210750"/>
                  <a:pt x="1488001" y="1198883"/>
                  <a:pt x="1461687" y="1184436"/>
                </a:cubicBezTo>
                <a:cubicBezTo>
                  <a:pt x="1453947" y="1180308"/>
                  <a:pt x="1448787" y="1180308"/>
                  <a:pt x="1444143" y="1189079"/>
                </a:cubicBezTo>
                <a:cubicBezTo>
                  <a:pt x="1415249" y="1241709"/>
                  <a:pt x="1380162" y="1290211"/>
                  <a:pt x="1339400" y="1333553"/>
                </a:cubicBezTo>
                <a:cubicBezTo>
                  <a:pt x="1332177" y="1341293"/>
                  <a:pt x="1332177" y="1345936"/>
                  <a:pt x="1339916" y="1353160"/>
                </a:cubicBezTo>
                <a:cubicBezTo>
                  <a:pt x="1370359" y="1382571"/>
                  <a:pt x="1400801" y="1412498"/>
                  <a:pt x="1430212" y="1443456"/>
                </a:cubicBezTo>
                <a:cubicBezTo>
                  <a:pt x="1448271" y="1462547"/>
                  <a:pt x="1453947" y="1488862"/>
                  <a:pt x="1465814" y="1511565"/>
                </a:cubicBezTo>
                <a:cubicBezTo>
                  <a:pt x="1467879" y="1515693"/>
                  <a:pt x="1464267" y="1518789"/>
                  <a:pt x="1461171" y="1521369"/>
                </a:cubicBezTo>
                <a:cubicBezTo>
                  <a:pt x="1408025" y="1568323"/>
                  <a:pt x="1351784" y="1610117"/>
                  <a:pt x="1290382" y="1645203"/>
                </a:cubicBezTo>
                <a:cubicBezTo>
                  <a:pt x="1284707" y="1648815"/>
                  <a:pt x="1280579" y="1648299"/>
                  <a:pt x="1275419" y="1643655"/>
                </a:cubicBezTo>
                <a:cubicBezTo>
                  <a:pt x="1247040" y="1619404"/>
                  <a:pt x="1221757" y="1593606"/>
                  <a:pt x="1207310" y="1558003"/>
                </a:cubicBezTo>
                <a:cubicBezTo>
                  <a:pt x="1195958" y="1530140"/>
                  <a:pt x="1179963" y="1504341"/>
                  <a:pt x="1167064" y="1477511"/>
                </a:cubicBezTo>
                <a:cubicBezTo>
                  <a:pt x="1162936" y="1469255"/>
                  <a:pt x="1158808" y="1467191"/>
                  <a:pt x="1150036" y="1470803"/>
                </a:cubicBezTo>
                <a:cubicBezTo>
                  <a:pt x="1096375" y="1496086"/>
                  <a:pt x="1040133" y="1514661"/>
                  <a:pt x="981312" y="1526013"/>
                </a:cubicBezTo>
                <a:cubicBezTo>
                  <a:pt x="969960" y="1528076"/>
                  <a:pt x="967896" y="1534268"/>
                  <a:pt x="969960" y="1544072"/>
                </a:cubicBezTo>
                <a:cubicBezTo>
                  <a:pt x="976668" y="1583802"/>
                  <a:pt x="982860" y="1623532"/>
                  <a:pt x="989052" y="1663779"/>
                </a:cubicBezTo>
                <a:cubicBezTo>
                  <a:pt x="993179" y="1691641"/>
                  <a:pt x="982344" y="1716924"/>
                  <a:pt x="978216" y="1743755"/>
                </a:cubicBezTo>
                <a:cubicBezTo>
                  <a:pt x="977184" y="1749431"/>
                  <a:pt x="971508" y="1749431"/>
                  <a:pt x="966864" y="1749947"/>
                </a:cubicBezTo>
                <a:cubicBezTo>
                  <a:pt x="897207" y="1757170"/>
                  <a:pt x="828067" y="1756655"/>
                  <a:pt x="758410" y="1749947"/>
                </a:cubicBezTo>
                <a:cubicBezTo>
                  <a:pt x="749638" y="1748915"/>
                  <a:pt x="748090" y="1744271"/>
                  <a:pt x="745510" y="1737047"/>
                </a:cubicBezTo>
                <a:cubicBezTo>
                  <a:pt x="730031" y="1690609"/>
                  <a:pt x="738286" y="1644687"/>
                  <a:pt x="747058" y="1598249"/>
                </a:cubicBezTo>
                <a:cubicBezTo>
                  <a:pt x="750154" y="1580190"/>
                  <a:pt x="752734" y="1561615"/>
                  <a:pt x="756346" y="1543556"/>
                </a:cubicBezTo>
                <a:cubicBezTo>
                  <a:pt x="758410" y="1533236"/>
                  <a:pt x="755314" y="1527560"/>
                  <a:pt x="744478" y="1525496"/>
                </a:cubicBezTo>
                <a:cubicBezTo>
                  <a:pt x="685657" y="1514661"/>
                  <a:pt x="629931" y="1496086"/>
                  <a:pt x="575754" y="1470287"/>
                </a:cubicBezTo>
                <a:cubicBezTo>
                  <a:pt x="568014" y="1466675"/>
                  <a:pt x="563886" y="1467707"/>
                  <a:pt x="559758" y="1475963"/>
                </a:cubicBezTo>
                <a:cubicBezTo>
                  <a:pt x="541699" y="1512597"/>
                  <a:pt x="522608" y="1548715"/>
                  <a:pt x="504549" y="1585350"/>
                </a:cubicBezTo>
                <a:cubicBezTo>
                  <a:pt x="491649" y="1611149"/>
                  <a:pt x="466882" y="1626112"/>
                  <a:pt x="447275" y="1645719"/>
                </a:cubicBezTo>
                <a:cubicBezTo>
                  <a:pt x="442631" y="1650363"/>
                  <a:pt x="438504" y="1646235"/>
                  <a:pt x="434376" y="1643655"/>
                </a:cubicBezTo>
                <a:cubicBezTo>
                  <a:pt x="384326" y="1612697"/>
                  <a:pt x="334276" y="1581738"/>
                  <a:pt x="290418" y="1542008"/>
                </a:cubicBezTo>
                <a:cubicBezTo>
                  <a:pt x="282678" y="1534784"/>
                  <a:pt x="273907" y="1528076"/>
                  <a:pt x="265651" y="1521369"/>
                </a:cubicBezTo>
                <a:cubicBezTo>
                  <a:pt x="259975" y="1516725"/>
                  <a:pt x="259459" y="1512597"/>
                  <a:pt x="262039" y="1505889"/>
                </a:cubicBezTo>
                <a:cubicBezTo>
                  <a:pt x="276487" y="1472351"/>
                  <a:pt x="292998" y="1440360"/>
                  <a:pt x="321893" y="1415593"/>
                </a:cubicBezTo>
                <a:cubicBezTo>
                  <a:pt x="345112" y="1395986"/>
                  <a:pt x="365235" y="1372767"/>
                  <a:pt x="386906" y="1351096"/>
                </a:cubicBezTo>
                <a:cubicBezTo>
                  <a:pt x="393098" y="1345421"/>
                  <a:pt x="394129" y="1341293"/>
                  <a:pt x="387938" y="1334069"/>
                </a:cubicBezTo>
                <a:cubicBezTo>
                  <a:pt x="376586" y="1321685"/>
                  <a:pt x="366783" y="1308270"/>
                  <a:pt x="354915" y="1295887"/>
                </a:cubicBezTo>
                <a:cubicBezTo>
                  <a:pt x="324989" y="1264412"/>
                  <a:pt x="305382" y="1225714"/>
                  <a:pt x="282678" y="1189595"/>
                </a:cubicBezTo>
                <a:cubicBezTo>
                  <a:pt x="277003" y="1180308"/>
                  <a:pt x="272359" y="1178760"/>
                  <a:pt x="262555" y="1183920"/>
                </a:cubicBezTo>
                <a:cubicBezTo>
                  <a:pt x="225921" y="1203011"/>
                  <a:pt x="189287" y="1221586"/>
                  <a:pt x="152136" y="1240161"/>
                </a:cubicBezTo>
                <a:cubicBezTo>
                  <a:pt x="127885" y="1252545"/>
                  <a:pt x="101054" y="1249965"/>
                  <a:pt x="75256" y="1253577"/>
                </a:cubicBezTo>
                <a:cubicBezTo>
                  <a:pt x="69580" y="1254608"/>
                  <a:pt x="67000" y="1249965"/>
                  <a:pt x="65452" y="1245321"/>
                </a:cubicBezTo>
                <a:cubicBezTo>
                  <a:pt x="37589" y="1180824"/>
                  <a:pt x="15402" y="1114263"/>
                  <a:pt x="439" y="1045637"/>
                </a:cubicBezTo>
                <a:cubicBezTo>
                  <a:pt x="-1109" y="1038414"/>
                  <a:pt x="1471" y="1034286"/>
                  <a:pt x="7663" y="1031190"/>
                </a:cubicBezTo>
                <a:cubicBezTo>
                  <a:pt x="23142" y="1022935"/>
                  <a:pt x="38621" y="1014163"/>
                  <a:pt x="54101" y="1005907"/>
                </a:cubicBezTo>
                <a:cubicBezTo>
                  <a:pt x="70612" y="997136"/>
                  <a:pt x="89187" y="997652"/>
                  <a:pt x="106730" y="994556"/>
                </a:cubicBezTo>
                <a:cubicBezTo>
                  <a:pt x="136657" y="989396"/>
                  <a:pt x="167099" y="984236"/>
                  <a:pt x="197026" y="980109"/>
                </a:cubicBezTo>
                <a:cubicBezTo>
                  <a:pt x="207346" y="978560"/>
                  <a:pt x="210442" y="973917"/>
                  <a:pt x="209410" y="964113"/>
                </a:cubicBezTo>
                <a:cubicBezTo>
                  <a:pt x="207346" y="941926"/>
                  <a:pt x="206314" y="919739"/>
                  <a:pt x="203734" y="897552"/>
                </a:cubicBezTo>
                <a:cubicBezTo>
                  <a:pt x="200122" y="865045"/>
                  <a:pt x="205798" y="833055"/>
                  <a:pt x="208378" y="801064"/>
                </a:cubicBezTo>
                <a:cubicBezTo>
                  <a:pt x="210442" y="774749"/>
                  <a:pt x="211474" y="774749"/>
                  <a:pt x="185159" y="770622"/>
                </a:cubicBezTo>
                <a:cubicBezTo>
                  <a:pt x="148009" y="764430"/>
                  <a:pt x="110342" y="758754"/>
                  <a:pt x="73192" y="753079"/>
                </a:cubicBezTo>
                <a:cubicBezTo>
                  <a:pt x="54616" y="750499"/>
                  <a:pt x="40169" y="738631"/>
                  <a:pt x="24690" y="730375"/>
                </a:cubicBezTo>
                <a:cubicBezTo>
                  <a:pt x="-1625" y="715928"/>
                  <a:pt x="-593" y="715928"/>
                  <a:pt x="5599" y="687033"/>
                </a:cubicBezTo>
                <a:cubicBezTo>
                  <a:pt x="19014" y="626148"/>
                  <a:pt x="40169" y="568358"/>
                  <a:pt x="63904" y="511085"/>
                </a:cubicBezTo>
                <a:cubicBezTo>
                  <a:pt x="68032" y="501281"/>
                  <a:pt x="73192" y="498701"/>
                  <a:pt x="83511" y="499733"/>
                </a:cubicBezTo>
                <a:cubicBezTo>
                  <a:pt x="119114" y="502830"/>
                  <a:pt x="152652" y="510053"/>
                  <a:pt x="183611" y="528628"/>
                </a:cubicBezTo>
                <a:cubicBezTo>
                  <a:pt x="208894" y="543592"/>
                  <a:pt x="236241" y="555459"/>
                  <a:pt x="262555" y="569390"/>
                </a:cubicBezTo>
                <a:cubicBezTo>
                  <a:pt x="271327" y="574034"/>
                  <a:pt x="277003" y="574034"/>
                  <a:pt x="282163" y="564231"/>
                </a:cubicBezTo>
                <a:cubicBezTo>
                  <a:pt x="311057" y="511601"/>
                  <a:pt x="346144" y="463615"/>
                  <a:pt x="386906" y="419757"/>
                </a:cubicBezTo>
                <a:cubicBezTo>
                  <a:pt x="393614" y="412534"/>
                  <a:pt x="393098" y="408922"/>
                  <a:pt x="386390" y="402214"/>
                </a:cubicBezTo>
                <a:cubicBezTo>
                  <a:pt x="355947" y="372287"/>
                  <a:pt x="325505" y="342360"/>
                  <a:pt x="296094" y="311918"/>
                </a:cubicBezTo>
                <a:cubicBezTo>
                  <a:pt x="277519" y="292827"/>
                  <a:pt x="271843" y="265996"/>
                  <a:pt x="259975" y="242777"/>
                </a:cubicBezTo>
                <a:cubicBezTo>
                  <a:pt x="257912" y="238649"/>
                  <a:pt x="261524" y="235553"/>
                  <a:pt x="264619" y="232973"/>
                </a:cubicBezTo>
                <a:cubicBezTo>
                  <a:pt x="317765" y="186019"/>
                  <a:pt x="374007" y="144225"/>
                  <a:pt x="435408" y="109139"/>
                </a:cubicBezTo>
                <a:cubicBezTo>
                  <a:pt x="441084" y="105527"/>
                  <a:pt x="445211" y="106043"/>
                  <a:pt x="450371" y="110687"/>
                </a:cubicBezTo>
                <a:cubicBezTo>
                  <a:pt x="478750" y="134937"/>
                  <a:pt x="504033" y="160736"/>
                  <a:pt x="518480" y="196339"/>
                </a:cubicBezTo>
                <a:cubicBezTo>
                  <a:pt x="530348" y="224202"/>
                  <a:pt x="545827" y="250516"/>
                  <a:pt x="559758" y="277863"/>
                </a:cubicBezTo>
                <a:cubicBezTo>
                  <a:pt x="563370" y="285087"/>
                  <a:pt x="566982" y="287151"/>
                  <a:pt x="574722" y="283539"/>
                </a:cubicBezTo>
                <a:cubicBezTo>
                  <a:pt x="629415" y="257740"/>
                  <a:pt x="686173" y="238649"/>
                  <a:pt x="746026" y="227813"/>
                </a:cubicBezTo>
                <a:cubicBezTo>
                  <a:pt x="756346" y="225750"/>
                  <a:pt x="757893" y="220074"/>
                  <a:pt x="756346" y="211302"/>
                </a:cubicBezTo>
                <a:cubicBezTo>
                  <a:pt x="749638" y="171572"/>
                  <a:pt x="743446" y="131326"/>
                  <a:pt x="737254" y="91596"/>
                </a:cubicBezTo>
                <a:cubicBezTo>
                  <a:pt x="732611" y="63217"/>
                  <a:pt x="743446" y="37418"/>
                  <a:pt x="748090" y="10587"/>
                </a:cubicBezTo>
                <a:cubicBezTo>
                  <a:pt x="749122" y="5427"/>
                  <a:pt x="753766" y="4395"/>
                  <a:pt x="758410" y="4395"/>
                </a:cubicBezTo>
                <a:cubicBezTo>
                  <a:pt x="797624" y="4395"/>
                  <a:pt x="837870" y="-1280"/>
                  <a:pt x="879664" y="267"/>
                </a:cubicBezTo>
                <a:close/>
                <a:moveTo>
                  <a:pt x="861605" y="1409918"/>
                </a:moveTo>
                <a:cubicBezTo>
                  <a:pt x="1155712" y="1407338"/>
                  <a:pt x="1392030" y="1176180"/>
                  <a:pt x="1392546" y="879493"/>
                </a:cubicBezTo>
                <a:cubicBezTo>
                  <a:pt x="1393062" y="585902"/>
                  <a:pt x="1160356" y="349068"/>
                  <a:pt x="862637" y="348552"/>
                </a:cubicBezTo>
                <a:cubicBezTo>
                  <a:pt x="568014" y="348036"/>
                  <a:pt x="331180" y="581774"/>
                  <a:pt x="331180" y="879493"/>
                </a:cubicBezTo>
                <a:cubicBezTo>
                  <a:pt x="331180" y="1173600"/>
                  <a:pt x="565950" y="1406822"/>
                  <a:pt x="861605" y="1409918"/>
                </a:cubicBezTo>
                <a:close/>
              </a:path>
            </a:pathLst>
          </a:custGeom>
          <a:solidFill>
            <a:schemeClr val="bg1">
              <a:alpha val="5000"/>
            </a:schemeClr>
          </a:solidFill>
          <a:ln w="5155" cap="flat">
            <a:noFill/>
            <a:prstDash val="solid"/>
            <a:miter/>
          </a:ln>
        </p:spPr>
        <p:txBody>
          <a:bodyPr rtlCol="0" anchor="ctr"/>
          <a:lstStyle/>
          <a:p>
            <a:endParaRPr lang="en-US"/>
          </a:p>
        </p:txBody>
      </p:sp>
      <p:grpSp>
        <p:nvGrpSpPr>
          <p:cNvPr id="61" name="Group 60">
            <a:extLst>
              <a:ext uri="{FF2B5EF4-FFF2-40B4-BE49-F238E27FC236}">
                <a16:creationId xmlns:a16="http://schemas.microsoft.com/office/drawing/2014/main" id="{8EDAEFC4-4C0C-4BEB-903F-14C3DBA0B8C0}"/>
              </a:ext>
            </a:extLst>
          </p:cNvPr>
          <p:cNvGrpSpPr/>
          <p:nvPr userDrawn="1"/>
        </p:nvGrpSpPr>
        <p:grpSpPr>
          <a:xfrm rot="19800000">
            <a:off x="206465" y="743263"/>
            <a:ext cx="3054679" cy="1218879"/>
            <a:chOff x="1727363" y="3556278"/>
            <a:chExt cx="3054679" cy="1218879"/>
          </a:xfrm>
          <a:solidFill>
            <a:schemeClr val="bg1">
              <a:alpha val="5000"/>
            </a:schemeClr>
          </a:solidFill>
        </p:grpSpPr>
        <p:sp>
          <p:nvSpPr>
            <p:cNvPr id="62" name="Freeform: Shape 61">
              <a:extLst>
                <a:ext uri="{FF2B5EF4-FFF2-40B4-BE49-F238E27FC236}">
                  <a16:creationId xmlns:a16="http://schemas.microsoft.com/office/drawing/2014/main" id="{A1906127-6506-4703-A9AE-51223C1418C5}"/>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63" name="Group 62">
              <a:extLst>
                <a:ext uri="{FF2B5EF4-FFF2-40B4-BE49-F238E27FC236}">
                  <a16:creationId xmlns:a16="http://schemas.microsoft.com/office/drawing/2014/main" id="{E3C86351-4A7B-4A01-A872-297FC5E76705}"/>
                </a:ext>
              </a:extLst>
            </p:cNvPr>
            <p:cNvGrpSpPr/>
            <p:nvPr/>
          </p:nvGrpSpPr>
          <p:grpSpPr>
            <a:xfrm>
              <a:off x="3563163" y="3556278"/>
              <a:ext cx="1218879" cy="1218879"/>
              <a:chOff x="3264582" y="1870309"/>
              <a:chExt cx="1774962" cy="1774962"/>
            </a:xfrm>
            <a:grpFill/>
          </p:grpSpPr>
          <p:sp>
            <p:nvSpPr>
              <p:cNvPr id="65" name="Freeform: Shape 64">
                <a:extLst>
                  <a:ext uri="{FF2B5EF4-FFF2-40B4-BE49-F238E27FC236}">
                    <a16:creationId xmlns:a16="http://schemas.microsoft.com/office/drawing/2014/main" id="{AD4F4732-F596-454F-92F1-65E5E4954D19}"/>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EB1B23E5-8635-4B3E-8862-FDD5D0A04D2D}"/>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sp>
          <p:nvSpPr>
            <p:cNvPr id="64" name="Freeform: Shape 63">
              <a:extLst>
                <a:ext uri="{FF2B5EF4-FFF2-40B4-BE49-F238E27FC236}">
                  <a16:creationId xmlns:a16="http://schemas.microsoft.com/office/drawing/2014/main" id="{D4404570-F880-4ADE-AC20-8133EAAC08BE}"/>
                </a:ext>
              </a:extLst>
            </p:cNvPr>
            <p:cNvSpPr/>
            <p:nvPr/>
          </p:nvSpPr>
          <p:spPr>
            <a:xfrm>
              <a:off x="1727363" y="4086481"/>
              <a:ext cx="683882" cy="686216"/>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grpSp>
        <p:nvGrpSpPr>
          <p:cNvPr id="67" name="Group 66">
            <a:extLst>
              <a:ext uri="{FF2B5EF4-FFF2-40B4-BE49-F238E27FC236}">
                <a16:creationId xmlns:a16="http://schemas.microsoft.com/office/drawing/2014/main" id="{3E87EBBC-FED0-431E-A2D8-2BF60AF707F1}"/>
              </a:ext>
            </a:extLst>
          </p:cNvPr>
          <p:cNvGrpSpPr/>
          <p:nvPr userDrawn="1"/>
        </p:nvGrpSpPr>
        <p:grpSpPr>
          <a:xfrm rot="13107797">
            <a:off x="6810793" y="5777610"/>
            <a:ext cx="1277753" cy="767764"/>
            <a:chOff x="2753518" y="3556278"/>
            <a:chExt cx="2028524" cy="1218879"/>
          </a:xfrm>
          <a:solidFill>
            <a:schemeClr val="bg1">
              <a:alpha val="5000"/>
            </a:schemeClr>
          </a:solidFill>
        </p:grpSpPr>
        <p:sp>
          <p:nvSpPr>
            <p:cNvPr id="68" name="Freeform: Shape 67">
              <a:extLst>
                <a:ext uri="{FF2B5EF4-FFF2-40B4-BE49-F238E27FC236}">
                  <a16:creationId xmlns:a16="http://schemas.microsoft.com/office/drawing/2014/main" id="{4E8B5CDA-A8E3-48D9-B1C6-1E28374AAF94}"/>
                </a:ext>
              </a:extLst>
            </p:cNvPr>
            <p:cNvSpPr/>
            <p:nvPr/>
          </p:nvSpPr>
          <p:spPr>
            <a:xfrm>
              <a:off x="2753518" y="3683131"/>
              <a:ext cx="796648" cy="799367"/>
            </a:xfrm>
            <a:custGeom>
              <a:avLst/>
              <a:gdLst>
                <a:gd name="connsiteX0" fmla="*/ 817500 w 1511813"/>
                <a:gd name="connsiteY0" fmla="*/ 1518710 h 1516973"/>
                <a:gd name="connsiteX1" fmla="*/ 802537 w 1511813"/>
                <a:gd name="connsiteY1" fmla="*/ 1507875 h 1516973"/>
                <a:gd name="connsiteX2" fmla="*/ 780866 w 1511813"/>
                <a:gd name="connsiteY2" fmla="*/ 1442862 h 1516973"/>
                <a:gd name="connsiteX3" fmla="*/ 776738 w 1511813"/>
                <a:gd name="connsiteY3" fmla="*/ 1385072 h 1516973"/>
                <a:gd name="connsiteX4" fmla="*/ 760227 w 1511813"/>
                <a:gd name="connsiteY4" fmla="*/ 1369593 h 1516973"/>
                <a:gd name="connsiteX5" fmla="*/ 694698 w 1511813"/>
                <a:gd name="connsiteY5" fmla="*/ 1366497 h 1516973"/>
                <a:gd name="connsiteX6" fmla="*/ 676638 w 1511813"/>
                <a:gd name="connsiteY6" fmla="*/ 1379912 h 1516973"/>
                <a:gd name="connsiteX7" fmla="*/ 637940 w 1511813"/>
                <a:gd name="connsiteY7" fmla="*/ 1501683 h 1516973"/>
                <a:gd name="connsiteX8" fmla="*/ 622977 w 1511813"/>
                <a:gd name="connsiteY8" fmla="*/ 1508907 h 1516973"/>
                <a:gd name="connsiteX9" fmla="*/ 430517 w 1511813"/>
                <a:gd name="connsiteY9" fmla="*/ 1447505 h 1516973"/>
                <a:gd name="connsiteX10" fmla="*/ 422262 w 1511813"/>
                <a:gd name="connsiteY10" fmla="*/ 1431510 h 1516973"/>
                <a:gd name="connsiteX11" fmla="*/ 435677 w 1511813"/>
                <a:gd name="connsiteY11" fmla="*/ 1364433 h 1516973"/>
                <a:gd name="connsiteX12" fmla="*/ 461992 w 1511813"/>
                <a:gd name="connsiteY12" fmla="*/ 1310255 h 1516973"/>
                <a:gd name="connsiteX13" fmla="*/ 456316 w 1511813"/>
                <a:gd name="connsiteY13" fmla="*/ 1290132 h 1516973"/>
                <a:gd name="connsiteX14" fmla="*/ 395431 w 1511813"/>
                <a:gd name="connsiteY14" fmla="*/ 1251434 h 1516973"/>
                <a:gd name="connsiteX15" fmla="*/ 378919 w 1511813"/>
                <a:gd name="connsiteY15" fmla="*/ 1254014 h 1516973"/>
                <a:gd name="connsiteX16" fmla="*/ 283464 w 1511813"/>
                <a:gd name="connsiteY16" fmla="*/ 1342246 h 1516973"/>
                <a:gd name="connsiteX17" fmla="*/ 265920 w 1511813"/>
                <a:gd name="connsiteY17" fmla="*/ 1341214 h 1516973"/>
                <a:gd name="connsiteX18" fmla="*/ 130218 w 1511813"/>
                <a:gd name="connsiteY18" fmla="*/ 1191580 h 1516973"/>
                <a:gd name="connsiteX19" fmla="*/ 130734 w 1511813"/>
                <a:gd name="connsiteY19" fmla="*/ 1174553 h 1516973"/>
                <a:gd name="connsiteX20" fmla="*/ 177688 w 1511813"/>
                <a:gd name="connsiteY20" fmla="*/ 1121408 h 1516973"/>
                <a:gd name="connsiteX21" fmla="*/ 225674 w 1511813"/>
                <a:gd name="connsiteY21" fmla="*/ 1089417 h 1516973"/>
                <a:gd name="connsiteX22" fmla="*/ 230834 w 1511813"/>
                <a:gd name="connsiteY22" fmla="*/ 1067230 h 1516973"/>
                <a:gd name="connsiteX23" fmla="*/ 198327 w 1511813"/>
                <a:gd name="connsiteY23" fmla="*/ 1004281 h 1516973"/>
                <a:gd name="connsiteX24" fmla="*/ 183880 w 1511813"/>
                <a:gd name="connsiteY24" fmla="*/ 998089 h 1516973"/>
                <a:gd name="connsiteX25" fmla="*/ 67269 w 1511813"/>
                <a:gd name="connsiteY25" fmla="*/ 1025952 h 1516973"/>
                <a:gd name="connsiteX26" fmla="*/ 55918 w 1511813"/>
                <a:gd name="connsiteY26" fmla="*/ 1027500 h 1516973"/>
                <a:gd name="connsiteX27" fmla="*/ 41470 w 1511813"/>
                <a:gd name="connsiteY27" fmla="*/ 1018212 h 1516973"/>
                <a:gd name="connsiteX28" fmla="*/ 1224 w 1511813"/>
                <a:gd name="connsiteY28" fmla="*/ 841748 h 1516973"/>
                <a:gd name="connsiteX29" fmla="*/ 30635 w 1511813"/>
                <a:gd name="connsiteY29" fmla="*/ 797374 h 1516973"/>
                <a:gd name="connsiteX30" fmla="*/ 134862 w 1511813"/>
                <a:gd name="connsiteY30" fmla="*/ 778799 h 1516973"/>
                <a:gd name="connsiteX31" fmla="*/ 147246 w 1511813"/>
                <a:gd name="connsiteY31" fmla="*/ 765899 h 1516973"/>
                <a:gd name="connsiteX32" fmla="*/ 150342 w 1511813"/>
                <a:gd name="connsiteY32" fmla="*/ 696242 h 1516973"/>
                <a:gd name="connsiteX33" fmla="*/ 137442 w 1511813"/>
                <a:gd name="connsiteY33" fmla="*/ 678699 h 1516973"/>
                <a:gd name="connsiteX34" fmla="*/ 14639 w 1511813"/>
                <a:gd name="connsiteY34" fmla="*/ 639485 h 1516973"/>
                <a:gd name="connsiteX35" fmla="*/ 7932 w 1511813"/>
                <a:gd name="connsiteY35" fmla="*/ 625037 h 1516973"/>
                <a:gd name="connsiteX36" fmla="*/ 69333 w 1511813"/>
                <a:gd name="connsiteY36" fmla="*/ 432578 h 1516973"/>
                <a:gd name="connsiteX37" fmla="*/ 86360 w 1511813"/>
                <a:gd name="connsiteY37" fmla="*/ 423806 h 1516973"/>
                <a:gd name="connsiteX38" fmla="*/ 150858 w 1511813"/>
                <a:gd name="connsiteY38" fmla="*/ 436706 h 1516973"/>
                <a:gd name="connsiteX39" fmla="*/ 206583 w 1511813"/>
                <a:gd name="connsiteY39" fmla="*/ 463536 h 1516973"/>
                <a:gd name="connsiteX40" fmla="*/ 227738 w 1511813"/>
                <a:gd name="connsiteY40" fmla="*/ 457345 h 1516973"/>
                <a:gd name="connsiteX41" fmla="*/ 266952 w 1511813"/>
                <a:gd name="connsiteY41" fmla="*/ 396459 h 1516973"/>
                <a:gd name="connsiteX42" fmla="*/ 264373 w 1511813"/>
                <a:gd name="connsiteY42" fmla="*/ 380980 h 1516973"/>
                <a:gd name="connsiteX43" fmla="*/ 175108 w 1511813"/>
                <a:gd name="connsiteY43" fmla="*/ 284492 h 1516973"/>
                <a:gd name="connsiteX44" fmla="*/ 176140 w 1511813"/>
                <a:gd name="connsiteY44" fmla="*/ 267981 h 1516973"/>
                <a:gd name="connsiteX45" fmla="*/ 325258 w 1511813"/>
                <a:gd name="connsiteY45" fmla="*/ 132279 h 1516973"/>
                <a:gd name="connsiteX46" fmla="*/ 343317 w 1511813"/>
                <a:gd name="connsiteY46" fmla="*/ 132795 h 1516973"/>
                <a:gd name="connsiteX47" fmla="*/ 395431 w 1511813"/>
                <a:gd name="connsiteY47" fmla="*/ 178717 h 1516973"/>
                <a:gd name="connsiteX48" fmla="*/ 426389 w 1511813"/>
                <a:gd name="connsiteY48" fmla="*/ 224639 h 1516973"/>
                <a:gd name="connsiteX49" fmla="*/ 451156 w 1511813"/>
                <a:gd name="connsiteY49" fmla="*/ 231347 h 1516973"/>
                <a:gd name="connsiteX50" fmla="*/ 512042 w 1511813"/>
                <a:gd name="connsiteY50" fmla="*/ 200388 h 1516973"/>
                <a:gd name="connsiteX51" fmla="*/ 518233 w 1511813"/>
                <a:gd name="connsiteY51" fmla="*/ 183877 h 1516973"/>
                <a:gd name="connsiteX52" fmla="*/ 491403 w 1511813"/>
                <a:gd name="connsiteY52" fmla="*/ 69846 h 1516973"/>
                <a:gd name="connsiteX53" fmla="*/ 489855 w 1511813"/>
                <a:gd name="connsiteY53" fmla="*/ 58494 h 1516973"/>
                <a:gd name="connsiteX54" fmla="*/ 499658 w 1511813"/>
                <a:gd name="connsiteY54" fmla="*/ 43015 h 1516973"/>
                <a:gd name="connsiteX55" fmla="*/ 695730 w 1511813"/>
                <a:gd name="connsiteY55" fmla="*/ 189 h 1516973"/>
                <a:gd name="connsiteX56" fmla="*/ 713273 w 1511813"/>
                <a:gd name="connsiteY56" fmla="*/ 12056 h 1516973"/>
                <a:gd name="connsiteX57" fmla="*/ 721012 w 1511813"/>
                <a:gd name="connsiteY57" fmla="*/ 35275 h 1516973"/>
                <a:gd name="connsiteX58" fmla="*/ 738556 w 1511813"/>
                <a:gd name="connsiteY58" fmla="*/ 134343 h 1516973"/>
                <a:gd name="connsiteX59" fmla="*/ 753519 w 1511813"/>
                <a:gd name="connsiteY59" fmla="*/ 148790 h 1516973"/>
                <a:gd name="connsiteX60" fmla="*/ 820596 w 1511813"/>
                <a:gd name="connsiteY60" fmla="*/ 151886 h 1516973"/>
                <a:gd name="connsiteX61" fmla="*/ 838655 w 1511813"/>
                <a:gd name="connsiteY61" fmla="*/ 138471 h 1516973"/>
                <a:gd name="connsiteX62" fmla="*/ 877354 w 1511813"/>
                <a:gd name="connsiteY62" fmla="*/ 16700 h 1516973"/>
                <a:gd name="connsiteX63" fmla="*/ 892317 w 1511813"/>
                <a:gd name="connsiteY63" fmla="*/ 9476 h 1516973"/>
                <a:gd name="connsiteX64" fmla="*/ 1084777 w 1511813"/>
                <a:gd name="connsiteY64" fmla="*/ 70878 h 1516973"/>
                <a:gd name="connsiteX65" fmla="*/ 1093032 w 1511813"/>
                <a:gd name="connsiteY65" fmla="*/ 86873 h 1516973"/>
                <a:gd name="connsiteX66" fmla="*/ 1079617 w 1511813"/>
                <a:gd name="connsiteY66" fmla="*/ 152402 h 1516973"/>
                <a:gd name="connsiteX67" fmla="*/ 1053302 w 1511813"/>
                <a:gd name="connsiteY67" fmla="*/ 206580 h 1516973"/>
                <a:gd name="connsiteX68" fmla="*/ 1060010 w 1511813"/>
                <a:gd name="connsiteY68" fmla="*/ 228251 h 1516973"/>
                <a:gd name="connsiteX69" fmla="*/ 1118315 w 1511813"/>
                <a:gd name="connsiteY69" fmla="*/ 265917 h 1516973"/>
                <a:gd name="connsiteX70" fmla="*/ 1136374 w 1511813"/>
                <a:gd name="connsiteY70" fmla="*/ 262821 h 1516973"/>
                <a:gd name="connsiteX71" fmla="*/ 1232346 w 1511813"/>
                <a:gd name="connsiteY71" fmla="*/ 174589 h 1516973"/>
                <a:gd name="connsiteX72" fmla="*/ 1247825 w 1511813"/>
                <a:gd name="connsiteY72" fmla="*/ 175621 h 1516973"/>
                <a:gd name="connsiteX73" fmla="*/ 1384559 w 1511813"/>
                <a:gd name="connsiteY73" fmla="*/ 325770 h 1516973"/>
                <a:gd name="connsiteX74" fmla="*/ 1384043 w 1511813"/>
                <a:gd name="connsiteY74" fmla="*/ 342798 h 1516973"/>
                <a:gd name="connsiteX75" fmla="*/ 1336057 w 1511813"/>
                <a:gd name="connsiteY75" fmla="*/ 396975 h 1516973"/>
                <a:gd name="connsiteX76" fmla="*/ 1291167 w 1511813"/>
                <a:gd name="connsiteY76" fmla="*/ 426902 h 1516973"/>
                <a:gd name="connsiteX77" fmla="*/ 1284976 w 1511813"/>
                <a:gd name="connsiteY77" fmla="*/ 451153 h 1516973"/>
                <a:gd name="connsiteX78" fmla="*/ 1316450 w 1511813"/>
                <a:gd name="connsiteY78" fmla="*/ 513070 h 1516973"/>
                <a:gd name="connsiteX79" fmla="*/ 1330898 w 1511813"/>
                <a:gd name="connsiteY79" fmla="*/ 519262 h 1516973"/>
                <a:gd name="connsiteX80" fmla="*/ 1447509 w 1511813"/>
                <a:gd name="connsiteY80" fmla="*/ 491399 h 1516973"/>
                <a:gd name="connsiteX81" fmla="*/ 1458860 w 1511813"/>
                <a:gd name="connsiteY81" fmla="*/ 489851 h 1516973"/>
                <a:gd name="connsiteX82" fmla="*/ 1473307 w 1511813"/>
                <a:gd name="connsiteY82" fmla="*/ 499139 h 1516973"/>
                <a:gd name="connsiteX83" fmla="*/ 1513554 w 1511813"/>
                <a:gd name="connsiteY83" fmla="*/ 675603 h 1516973"/>
                <a:gd name="connsiteX84" fmla="*/ 1514070 w 1511813"/>
                <a:gd name="connsiteY84" fmla="*/ 679215 h 1516973"/>
                <a:gd name="connsiteX85" fmla="*/ 1490335 w 1511813"/>
                <a:gd name="connsiteY85" fmla="*/ 717397 h 1516973"/>
                <a:gd name="connsiteX86" fmla="*/ 1379916 w 1511813"/>
                <a:gd name="connsiteY86" fmla="*/ 738036 h 1516973"/>
                <a:gd name="connsiteX87" fmla="*/ 1367532 w 1511813"/>
                <a:gd name="connsiteY87" fmla="*/ 749904 h 1516973"/>
                <a:gd name="connsiteX88" fmla="*/ 1363920 w 1511813"/>
                <a:gd name="connsiteY88" fmla="*/ 822141 h 1516973"/>
                <a:gd name="connsiteX89" fmla="*/ 1375788 w 1511813"/>
                <a:gd name="connsiteY89" fmla="*/ 838136 h 1516973"/>
                <a:gd name="connsiteX90" fmla="*/ 1498590 w 1511813"/>
                <a:gd name="connsiteY90" fmla="*/ 876834 h 1516973"/>
                <a:gd name="connsiteX91" fmla="*/ 1506330 w 1511813"/>
                <a:gd name="connsiteY91" fmla="*/ 891798 h 1516973"/>
                <a:gd name="connsiteX92" fmla="*/ 1444413 w 1511813"/>
                <a:gd name="connsiteY92" fmla="*/ 1085289 h 1516973"/>
                <a:gd name="connsiteX93" fmla="*/ 1429449 w 1511813"/>
                <a:gd name="connsiteY93" fmla="*/ 1093029 h 1516973"/>
                <a:gd name="connsiteX94" fmla="*/ 1306647 w 1511813"/>
                <a:gd name="connsiteY94" fmla="*/ 1052783 h 1516973"/>
                <a:gd name="connsiteX95" fmla="*/ 1287556 w 1511813"/>
                <a:gd name="connsiteY95" fmla="*/ 1057942 h 1516973"/>
                <a:gd name="connsiteX96" fmla="*/ 1248857 w 1511813"/>
                <a:gd name="connsiteY96" fmla="*/ 1118828 h 1516973"/>
                <a:gd name="connsiteX97" fmla="*/ 1250405 w 1511813"/>
                <a:gd name="connsiteY97" fmla="*/ 1135339 h 1516973"/>
                <a:gd name="connsiteX98" fmla="*/ 1339153 w 1511813"/>
                <a:gd name="connsiteY98" fmla="*/ 1230795 h 1516973"/>
                <a:gd name="connsiteX99" fmla="*/ 1337605 w 1511813"/>
                <a:gd name="connsiteY99" fmla="*/ 1249370 h 1516973"/>
                <a:gd name="connsiteX100" fmla="*/ 1189004 w 1511813"/>
                <a:gd name="connsiteY100" fmla="*/ 1384040 h 1516973"/>
                <a:gd name="connsiteX101" fmla="*/ 1170945 w 1511813"/>
                <a:gd name="connsiteY101" fmla="*/ 1383524 h 1516973"/>
                <a:gd name="connsiteX102" fmla="*/ 1118831 w 1511813"/>
                <a:gd name="connsiteY102" fmla="*/ 1337602 h 1516973"/>
                <a:gd name="connsiteX103" fmla="*/ 1086840 w 1511813"/>
                <a:gd name="connsiteY103" fmla="*/ 1289616 h 1516973"/>
                <a:gd name="connsiteX104" fmla="*/ 1064137 w 1511813"/>
                <a:gd name="connsiteY104" fmla="*/ 1284456 h 1516973"/>
                <a:gd name="connsiteX105" fmla="*/ 1002220 w 1511813"/>
                <a:gd name="connsiteY105" fmla="*/ 1316447 h 1516973"/>
                <a:gd name="connsiteX106" fmla="*/ 996028 w 1511813"/>
                <a:gd name="connsiteY106" fmla="*/ 1332958 h 1516973"/>
                <a:gd name="connsiteX107" fmla="*/ 1022859 w 1511813"/>
                <a:gd name="connsiteY107" fmla="*/ 1446989 h 1516973"/>
                <a:gd name="connsiteX108" fmla="*/ 1024407 w 1511813"/>
                <a:gd name="connsiteY108" fmla="*/ 1459889 h 1516973"/>
                <a:gd name="connsiteX109" fmla="*/ 1015636 w 1511813"/>
                <a:gd name="connsiteY109" fmla="*/ 1473304 h 1516973"/>
                <a:gd name="connsiteX110" fmla="*/ 817500 w 1511813"/>
                <a:gd name="connsiteY110" fmla="*/ 1518710 h 1516973"/>
                <a:gd name="connsiteX111" fmla="*/ 758163 w 1511813"/>
                <a:gd name="connsiteY111" fmla="*/ 1148238 h 1516973"/>
                <a:gd name="connsiteX112" fmla="*/ 1145146 w 1511813"/>
                <a:gd name="connsiteY112" fmla="*/ 758675 h 1516973"/>
                <a:gd name="connsiteX113" fmla="*/ 757131 w 1511813"/>
                <a:gd name="connsiteY113" fmla="*/ 371176 h 1516973"/>
                <a:gd name="connsiteX114" fmla="*/ 368600 w 1511813"/>
                <a:gd name="connsiteY114" fmla="*/ 759707 h 1516973"/>
                <a:gd name="connsiteX115" fmla="*/ 758163 w 1511813"/>
                <a:gd name="connsiteY115" fmla="*/ 1148238 h 151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511813" h="1516973">
                  <a:moveTo>
                    <a:pt x="817500" y="1518710"/>
                  </a:moveTo>
                  <a:cubicBezTo>
                    <a:pt x="809245" y="1520774"/>
                    <a:pt x="805633" y="1516130"/>
                    <a:pt x="802537" y="1507875"/>
                  </a:cubicBezTo>
                  <a:cubicBezTo>
                    <a:pt x="795829" y="1486204"/>
                    <a:pt x="788090" y="1464532"/>
                    <a:pt x="780866" y="1442862"/>
                  </a:cubicBezTo>
                  <a:cubicBezTo>
                    <a:pt x="774674" y="1424286"/>
                    <a:pt x="777770" y="1404679"/>
                    <a:pt x="776738" y="1385072"/>
                  </a:cubicBezTo>
                  <a:cubicBezTo>
                    <a:pt x="776222" y="1369593"/>
                    <a:pt x="775706" y="1370109"/>
                    <a:pt x="760227" y="1369593"/>
                  </a:cubicBezTo>
                  <a:cubicBezTo>
                    <a:pt x="738556" y="1369593"/>
                    <a:pt x="716369" y="1368045"/>
                    <a:pt x="694698" y="1366497"/>
                  </a:cubicBezTo>
                  <a:cubicBezTo>
                    <a:pt x="683346" y="1365465"/>
                    <a:pt x="676638" y="1365981"/>
                    <a:pt x="676638" y="1379912"/>
                  </a:cubicBezTo>
                  <a:cubicBezTo>
                    <a:pt x="676638" y="1424286"/>
                    <a:pt x="655483" y="1462469"/>
                    <a:pt x="637940" y="1501683"/>
                  </a:cubicBezTo>
                  <a:cubicBezTo>
                    <a:pt x="634844" y="1508907"/>
                    <a:pt x="630716" y="1510454"/>
                    <a:pt x="622977" y="1508907"/>
                  </a:cubicBezTo>
                  <a:cubicBezTo>
                    <a:pt x="556416" y="1496523"/>
                    <a:pt x="492434" y="1475368"/>
                    <a:pt x="430517" y="1447505"/>
                  </a:cubicBezTo>
                  <a:cubicBezTo>
                    <a:pt x="423294" y="1443893"/>
                    <a:pt x="420198" y="1440282"/>
                    <a:pt x="422262" y="1431510"/>
                  </a:cubicBezTo>
                  <a:cubicBezTo>
                    <a:pt x="427421" y="1409323"/>
                    <a:pt x="431033" y="1386620"/>
                    <a:pt x="435677" y="1364433"/>
                  </a:cubicBezTo>
                  <a:cubicBezTo>
                    <a:pt x="439805" y="1344310"/>
                    <a:pt x="452704" y="1327798"/>
                    <a:pt x="461992" y="1310255"/>
                  </a:cubicBezTo>
                  <a:cubicBezTo>
                    <a:pt x="467152" y="1300452"/>
                    <a:pt x="466120" y="1295808"/>
                    <a:pt x="456316" y="1290132"/>
                  </a:cubicBezTo>
                  <a:cubicBezTo>
                    <a:pt x="435677" y="1278265"/>
                    <a:pt x="415554" y="1264849"/>
                    <a:pt x="395431" y="1251434"/>
                  </a:cubicBezTo>
                  <a:cubicBezTo>
                    <a:pt x="388207" y="1246274"/>
                    <a:pt x="383563" y="1246274"/>
                    <a:pt x="378919" y="1254014"/>
                  </a:cubicBezTo>
                  <a:cubicBezTo>
                    <a:pt x="356216" y="1293228"/>
                    <a:pt x="319066" y="1317479"/>
                    <a:pt x="283464" y="1342246"/>
                  </a:cubicBezTo>
                  <a:cubicBezTo>
                    <a:pt x="276240" y="1346890"/>
                    <a:pt x="272112" y="1346374"/>
                    <a:pt x="265920" y="1341214"/>
                  </a:cubicBezTo>
                  <a:cubicBezTo>
                    <a:pt x="214323" y="1297356"/>
                    <a:pt x="169433" y="1246790"/>
                    <a:pt x="130218" y="1191580"/>
                  </a:cubicBezTo>
                  <a:cubicBezTo>
                    <a:pt x="125575" y="1185389"/>
                    <a:pt x="125059" y="1180745"/>
                    <a:pt x="130734" y="1174553"/>
                  </a:cubicBezTo>
                  <a:cubicBezTo>
                    <a:pt x="146730" y="1157010"/>
                    <a:pt x="161177" y="1138435"/>
                    <a:pt x="177688" y="1121408"/>
                  </a:cubicBezTo>
                  <a:cubicBezTo>
                    <a:pt x="191104" y="1107476"/>
                    <a:pt x="209163" y="1099221"/>
                    <a:pt x="225674" y="1089417"/>
                  </a:cubicBezTo>
                  <a:cubicBezTo>
                    <a:pt x="236510" y="1083225"/>
                    <a:pt x="237026" y="1078065"/>
                    <a:pt x="230834" y="1067230"/>
                  </a:cubicBezTo>
                  <a:cubicBezTo>
                    <a:pt x="218967" y="1047107"/>
                    <a:pt x="208647" y="1025436"/>
                    <a:pt x="198327" y="1004281"/>
                  </a:cubicBezTo>
                  <a:cubicBezTo>
                    <a:pt x="194716" y="997057"/>
                    <a:pt x="192136" y="993445"/>
                    <a:pt x="183880" y="998089"/>
                  </a:cubicBezTo>
                  <a:cubicBezTo>
                    <a:pt x="147246" y="1017180"/>
                    <a:pt x="108031" y="1024920"/>
                    <a:pt x="67269" y="1025952"/>
                  </a:cubicBezTo>
                  <a:cubicBezTo>
                    <a:pt x="63657" y="1025952"/>
                    <a:pt x="59529" y="1026984"/>
                    <a:pt x="55918" y="1027500"/>
                  </a:cubicBezTo>
                  <a:cubicBezTo>
                    <a:pt x="48694" y="1028532"/>
                    <a:pt x="44050" y="1025952"/>
                    <a:pt x="41470" y="1018212"/>
                  </a:cubicBezTo>
                  <a:cubicBezTo>
                    <a:pt x="21347" y="960939"/>
                    <a:pt x="6384" y="902117"/>
                    <a:pt x="1224" y="841748"/>
                  </a:cubicBezTo>
                  <a:cubicBezTo>
                    <a:pt x="-1872" y="808725"/>
                    <a:pt x="-1356" y="809241"/>
                    <a:pt x="30635" y="797374"/>
                  </a:cubicBezTo>
                  <a:cubicBezTo>
                    <a:pt x="64173" y="784474"/>
                    <a:pt x="98744" y="775703"/>
                    <a:pt x="134862" y="778799"/>
                  </a:cubicBezTo>
                  <a:cubicBezTo>
                    <a:pt x="144150" y="779315"/>
                    <a:pt x="147246" y="775187"/>
                    <a:pt x="147246" y="765899"/>
                  </a:cubicBezTo>
                  <a:cubicBezTo>
                    <a:pt x="147246" y="742680"/>
                    <a:pt x="148278" y="719461"/>
                    <a:pt x="150342" y="696242"/>
                  </a:cubicBezTo>
                  <a:cubicBezTo>
                    <a:pt x="151373" y="685923"/>
                    <a:pt x="150858" y="678699"/>
                    <a:pt x="137442" y="678699"/>
                  </a:cubicBezTo>
                  <a:cubicBezTo>
                    <a:pt x="92552" y="678699"/>
                    <a:pt x="53854" y="657544"/>
                    <a:pt x="14639" y="639485"/>
                  </a:cubicBezTo>
                  <a:cubicBezTo>
                    <a:pt x="7932" y="636389"/>
                    <a:pt x="6384" y="632261"/>
                    <a:pt x="7932" y="625037"/>
                  </a:cubicBezTo>
                  <a:cubicBezTo>
                    <a:pt x="20315" y="558476"/>
                    <a:pt x="40954" y="494495"/>
                    <a:pt x="69333" y="432578"/>
                  </a:cubicBezTo>
                  <a:cubicBezTo>
                    <a:pt x="72945" y="424838"/>
                    <a:pt x="77073" y="421742"/>
                    <a:pt x="86360" y="423806"/>
                  </a:cubicBezTo>
                  <a:cubicBezTo>
                    <a:pt x="107515" y="428450"/>
                    <a:pt x="129186" y="432578"/>
                    <a:pt x="150858" y="436706"/>
                  </a:cubicBezTo>
                  <a:cubicBezTo>
                    <a:pt x="171497" y="440833"/>
                    <a:pt x="188008" y="453733"/>
                    <a:pt x="206583" y="463536"/>
                  </a:cubicBezTo>
                  <a:cubicBezTo>
                    <a:pt x="216903" y="468696"/>
                    <a:pt x="221546" y="467664"/>
                    <a:pt x="227738" y="457345"/>
                  </a:cubicBezTo>
                  <a:cubicBezTo>
                    <a:pt x="239606" y="436706"/>
                    <a:pt x="253021" y="416582"/>
                    <a:pt x="266952" y="396459"/>
                  </a:cubicBezTo>
                  <a:cubicBezTo>
                    <a:pt x="271596" y="389752"/>
                    <a:pt x="271596" y="385108"/>
                    <a:pt x="264373" y="380980"/>
                  </a:cubicBezTo>
                  <a:cubicBezTo>
                    <a:pt x="225158" y="357761"/>
                    <a:pt x="200391" y="320611"/>
                    <a:pt x="175108" y="284492"/>
                  </a:cubicBezTo>
                  <a:cubicBezTo>
                    <a:pt x="170465" y="277785"/>
                    <a:pt x="170981" y="273657"/>
                    <a:pt x="176140" y="267981"/>
                  </a:cubicBezTo>
                  <a:cubicBezTo>
                    <a:pt x="219998" y="216383"/>
                    <a:pt x="270048" y="171493"/>
                    <a:pt x="325258" y="132279"/>
                  </a:cubicBezTo>
                  <a:cubicBezTo>
                    <a:pt x="331966" y="127635"/>
                    <a:pt x="336609" y="126603"/>
                    <a:pt x="343317" y="132795"/>
                  </a:cubicBezTo>
                  <a:cubicBezTo>
                    <a:pt x="360344" y="148274"/>
                    <a:pt x="378404" y="162722"/>
                    <a:pt x="395431" y="178717"/>
                  </a:cubicBezTo>
                  <a:cubicBezTo>
                    <a:pt x="409362" y="191616"/>
                    <a:pt x="416070" y="209160"/>
                    <a:pt x="426389" y="224639"/>
                  </a:cubicBezTo>
                  <a:cubicBezTo>
                    <a:pt x="437741" y="241666"/>
                    <a:pt x="435161" y="240634"/>
                    <a:pt x="451156" y="231347"/>
                  </a:cubicBezTo>
                  <a:cubicBezTo>
                    <a:pt x="470763" y="219995"/>
                    <a:pt x="491403" y="209676"/>
                    <a:pt x="512042" y="200388"/>
                  </a:cubicBezTo>
                  <a:cubicBezTo>
                    <a:pt x="521329" y="196260"/>
                    <a:pt x="522361" y="192132"/>
                    <a:pt x="518233" y="183877"/>
                  </a:cubicBezTo>
                  <a:cubicBezTo>
                    <a:pt x="499142" y="148274"/>
                    <a:pt x="492434" y="109576"/>
                    <a:pt x="491403" y="69846"/>
                  </a:cubicBezTo>
                  <a:cubicBezTo>
                    <a:pt x="491403" y="66234"/>
                    <a:pt x="490371" y="62106"/>
                    <a:pt x="489855" y="58494"/>
                  </a:cubicBezTo>
                  <a:cubicBezTo>
                    <a:pt x="488307" y="50239"/>
                    <a:pt x="491403" y="46111"/>
                    <a:pt x="499658" y="43015"/>
                  </a:cubicBezTo>
                  <a:cubicBezTo>
                    <a:pt x="563123" y="20312"/>
                    <a:pt x="628653" y="6380"/>
                    <a:pt x="695730" y="189"/>
                  </a:cubicBezTo>
                  <a:cubicBezTo>
                    <a:pt x="706049" y="-843"/>
                    <a:pt x="710693" y="2253"/>
                    <a:pt x="713273" y="12056"/>
                  </a:cubicBezTo>
                  <a:cubicBezTo>
                    <a:pt x="715337" y="19796"/>
                    <a:pt x="717917" y="27536"/>
                    <a:pt x="721012" y="35275"/>
                  </a:cubicBezTo>
                  <a:cubicBezTo>
                    <a:pt x="734428" y="67266"/>
                    <a:pt x="741136" y="99772"/>
                    <a:pt x="738556" y="134343"/>
                  </a:cubicBezTo>
                  <a:cubicBezTo>
                    <a:pt x="737524" y="145694"/>
                    <a:pt x="742168" y="148790"/>
                    <a:pt x="753519" y="148790"/>
                  </a:cubicBezTo>
                  <a:cubicBezTo>
                    <a:pt x="775706" y="148274"/>
                    <a:pt x="797893" y="149822"/>
                    <a:pt x="820596" y="151886"/>
                  </a:cubicBezTo>
                  <a:cubicBezTo>
                    <a:pt x="831948" y="152918"/>
                    <a:pt x="838655" y="152402"/>
                    <a:pt x="838655" y="138471"/>
                  </a:cubicBezTo>
                  <a:cubicBezTo>
                    <a:pt x="838655" y="94097"/>
                    <a:pt x="859810" y="55914"/>
                    <a:pt x="877354" y="16700"/>
                  </a:cubicBezTo>
                  <a:cubicBezTo>
                    <a:pt x="880449" y="9476"/>
                    <a:pt x="885093" y="7928"/>
                    <a:pt x="892317" y="9476"/>
                  </a:cubicBezTo>
                  <a:cubicBezTo>
                    <a:pt x="958878" y="21860"/>
                    <a:pt x="1022859" y="42499"/>
                    <a:pt x="1084777" y="70878"/>
                  </a:cubicBezTo>
                  <a:cubicBezTo>
                    <a:pt x="1092000" y="74489"/>
                    <a:pt x="1095096" y="78617"/>
                    <a:pt x="1093032" y="86873"/>
                  </a:cubicBezTo>
                  <a:cubicBezTo>
                    <a:pt x="1088388" y="108544"/>
                    <a:pt x="1084261" y="130731"/>
                    <a:pt x="1079617" y="152402"/>
                  </a:cubicBezTo>
                  <a:cubicBezTo>
                    <a:pt x="1075489" y="172525"/>
                    <a:pt x="1062590" y="189036"/>
                    <a:pt x="1053302" y="206580"/>
                  </a:cubicBezTo>
                  <a:cubicBezTo>
                    <a:pt x="1047626" y="217415"/>
                    <a:pt x="1048658" y="222575"/>
                    <a:pt x="1060010" y="228251"/>
                  </a:cubicBezTo>
                  <a:cubicBezTo>
                    <a:pt x="1080133" y="239602"/>
                    <a:pt x="1099740" y="252502"/>
                    <a:pt x="1118315" y="265917"/>
                  </a:cubicBezTo>
                  <a:cubicBezTo>
                    <a:pt x="1126571" y="272109"/>
                    <a:pt x="1131214" y="271593"/>
                    <a:pt x="1136374" y="262821"/>
                  </a:cubicBezTo>
                  <a:cubicBezTo>
                    <a:pt x="1159077" y="223607"/>
                    <a:pt x="1196744" y="199872"/>
                    <a:pt x="1232346" y="174589"/>
                  </a:cubicBezTo>
                  <a:cubicBezTo>
                    <a:pt x="1238538" y="170461"/>
                    <a:pt x="1242666" y="170977"/>
                    <a:pt x="1247825" y="175621"/>
                  </a:cubicBezTo>
                  <a:cubicBezTo>
                    <a:pt x="1299939" y="219995"/>
                    <a:pt x="1345345" y="270045"/>
                    <a:pt x="1384559" y="325770"/>
                  </a:cubicBezTo>
                  <a:cubicBezTo>
                    <a:pt x="1389203" y="331962"/>
                    <a:pt x="1389719" y="336606"/>
                    <a:pt x="1384043" y="342798"/>
                  </a:cubicBezTo>
                  <a:cubicBezTo>
                    <a:pt x="1368048" y="360857"/>
                    <a:pt x="1352569" y="379432"/>
                    <a:pt x="1336057" y="396975"/>
                  </a:cubicBezTo>
                  <a:cubicBezTo>
                    <a:pt x="1323674" y="409875"/>
                    <a:pt x="1306131" y="417098"/>
                    <a:pt x="1291167" y="426902"/>
                  </a:cubicBezTo>
                  <a:cubicBezTo>
                    <a:pt x="1276720" y="436706"/>
                    <a:pt x="1276720" y="436190"/>
                    <a:pt x="1284976" y="451153"/>
                  </a:cubicBezTo>
                  <a:cubicBezTo>
                    <a:pt x="1295811" y="471792"/>
                    <a:pt x="1306647" y="492431"/>
                    <a:pt x="1316450" y="513070"/>
                  </a:cubicBezTo>
                  <a:cubicBezTo>
                    <a:pt x="1320062" y="520294"/>
                    <a:pt x="1323158" y="523390"/>
                    <a:pt x="1330898" y="519262"/>
                  </a:cubicBezTo>
                  <a:cubicBezTo>
                    <a:pt x="1367532" y="500171"/>
                    <a:pt x="1406746" y="492431"/>
                    <a:pt x="1447509" y="491399"/>
                  </a:cubicBezTo>
                  <a:cubicBezTo>
                    <a:pt x="1451120" y="491399"/>
                    <a:pt x="1455248" y="490367"/>
                    <a:pt x="1458860" y="489851"/>
                  </a:cubicBezTo>
                  <a:cubicBezTo>
                    <a:pt x="1466600" y="488819"/>
                    <a:pt x="1470728" y="491399"/>
                    <a:pt x="1473307" y="499139"/>
                  </a:cubicBezTo>
                  <a:cubicBezTo>
                    <a:pt x="1493431" y="556412"/>
                    <a:pt x="1508394" y="615234"/>
                    <a:pt x="1513554" y="675603"/>
                  </a:cubicBezTo>
                  <a:cubicBezTo>
                    <a:pt x="1513554" y="676635"/>
                    <a:pt x="1513554" y="678183"/>
                    <a:pt x="1514070" y="679215"/>
                  </a:cubicBezTo>
                  <a:cubicBezTo>
                    <a:pt x="1518713" y="714301"/>
                    <a:pt x="1519745" y="706046"/>
                    <a:pt x="1490335" y="717397"/>
                  </a:cubicBezTo>
                  <a:cubicBezTo>
                    <a:pt x="1454732" y="730813"/>
                    <a:pt x="1418614" y="741648"/>
                    <a:pt x="1379916" y="738036"/>
                  </a:cubicBezTo>
                  <a:cubicBezTo>
                    <a:pt x="1371144" y="737004"/>
                    <a:pt x="1368048" y="740616"/>
                    <a:pt x="1367532" y="749904"/>
                  </a:cubicBezTo>
                  <a:cubicBezTo>
                    <a:pt x="1367016" y="774155"/>
                    <a:pt x="1365984" y="797890"/>
                    <a:pt x="1363920" y="822141"/>
                  </a:cubicBezTo>
                  <a:cubicBezTo>
                    <a:pt x="1363404" y="831944"/>
                    <a:pt x="1363920" y="838136"/>
                    <a:pt x="1375788" y="838136"/>
                  </a:cubicBezTo>
                  <a:cubicBezTo>
                    <a:pt x="1420678" y="838136"/>
                    <a:pt x="1459376" y="858775"/>
                    <a:pt x="1498590" y="876834"/>
                  </a:cubicBezTo>
                  <a:cubicBezTo>
                    <a:pt x="1505298" y="879930"/>
                    <a:pt x="1507878" y="883542"/>
                    <a:pt x="1506330" y="891798"/>
                  </a:cubicBezTo>
                  <a:cubicBezTo>
                    <a:pt x="1493947" y="958875"/>
                    <a:pt x="1472791" y="1023372"/>
                    <a:pt x="1444413" y="1085289"/>
                  </a:cubicBezTo>
                  <a:cubicBezTo>
                    <a:pt x="1441317" y="1092513"/>
                    <a:pt x="1437189" y="1094577"/>
                    <a:pt x="1429449" y="1093029"/>
                  </a:cubicBezTo>
                  <a:cubicBezTo>
                    <a:pt x="1386623" y="1085289"/>
                    <a:pt x="1343797" y="1078581"/>
                    <a:pt x="1306647" y="1052783"/>
                  </a:cubicBezTo>
                  <a:cubicBezTo>
                    <a:pt x="1297875" y="1046591"/>
                    <a:pt x="1293231" y="1048655"/>
                    <a:pt x="1287556" y="1057942"/>
                  </a:cubicBezTo>
                  <a:cubicBezTo>
                    <a:pt x="1275688" y="1078581"/>
                    <a:pt x="1262273" y="1098705"/>
                    <a:pt x="1248857" y="1118828"/>
                  </a:cubicBezTo>
                  <a:cubicBezTo>
                    <a:pt x="1244214" y="1125535"/>
                    <a:pt x="1242150" y="1130179"/>
                    <a:pt x="1250405" y="1135339"/>
                  </a:cubicBezTo>
                  <a:cubicBezTo>
                    <a:pt x="1289620" y="1158558"/>
                    <a:pt x="1313871" y="1194676"/>
                    <a:pt x="1339153" y="1230795"/>
                  </a:cubicBezTo>
                  <a:cubicBezTo>
                    <a:pt x="1344313" y="1238018"/>
                    <a:pt x="1343797" y="1242662"/>
                    <a:pt x="1337605" y="1249370"/>
                  </a:cubicBezTo>
                  <a:cubicBezTo>
                    <a:pt x="1293747" y="1300968"/>
                    <a:pt x="1244214" y="1345342"/>
                    <a:pt x="1189004" y="1384040"/>
                  </a:cubicBezTo>
                  <a:cubicBezTo>
                    <a:pt x="1182296" y="1388684"/>
                    <a:pt x="1177652" y="1389716"/>
                    <a:pt x="1170945" y="1383524"/>
                  </a:cubicBezTo>
                  <a:cubicBezTo>
                    <a:pt x="1153918" y="1368045"/>
                    <a:pt x="1135858" y="1353597"/>
                    <a:pt x="1118831" y="1337602"/>
                  </a:cubicBezTo>
                  <a:cubicBezTo>
                    <a:pt x="1104384" y="1324187"/>
                    <a:pt x="1096644" y="1306128"/>
                    <a:pt x="1086840" y="1289616"/>
                  </a:cubicBezTo>
                  <a:cubicBezTo>
                    <a:pt x="1080133" y="1278265"/>
                    <a:pt x="1074973" y="1277749"/>
                    <a:pt x="1064137" y="1284456"/>
                  </a:cubicBezTo>
                  <a:cubicBezTo>
                    <a:pt x="1044530" y="1296324"/>
                    <a:pt x="1023375" y="1306643"/>
                    <a:pt x="1002220" y="1316447"/>
                  </a:cubicBezTo>
                  <a:cubicBezTo>
                    <a:pt x="993449" y="1320575"/>
                    <a:pt x="991385" y="1324703"/>
                    <a:pt x="996028" y="1332958"/>
                  </a:cubicBezTo>
                  <a:cubicBezTo>
                    <a:pt x="1015120" y="1368561"/>
                    <a:pt x="1021827" y="1407259"/>
                    <a:pt x="1022859" y="1446989"/>
                  </a:cubicBezTo>
                  <a:cubicBezTo>
                    <a:pt x="1022859" y="1451117"/>
                    <a:pt x="1023891" y="1455245"/>
                    <a:pt x="1024407" y="1459889"/>
                  </a:cubicBezTo>
                  <a:cubicBezTo>
                    <a:pt x="1025439" y="1466596"/>
                    <a:pt x="1022859" y="1470724"/>
                    <a:pt x="1015636" y="1473304"/>
                  </a:cubicBezTo>
                  <a:cubicBezTo>
                    <a:pt x="970745" y="1493943"/>
                    <a:pt x="870646" y="1516130"/>
                    <a:pt x="817500" y="1518710"/>
                  </a:cubicBezTo>
                  <a:close/>
                  <a:moveTo>
                    <a:pt x="758163" y="1148238"/>
                  </a:moveTo>
                  <a:cubicBezTo>
                    <a:pt x="974357" y="1144627"/>
                    <a:pt x="1145146" y="976418"/>
                    <a:pt x="1145146" y="758675"/>
                  </a:cubicBezTo>
                  <a:cubicBezTo>
                    <a:pt x="1145146" y="542481"/>
                    <a:pt x="974357" y="371176"/>
                    <a:pt x="757131" y="371176"/>
                  </a:cubicBezTo>
                  <a:cubicBezTo>
                    <a:pt x="539904" y="371176"/>
                    <a:pt x="368600" y="542481"/>
                    <a:pt x="368600" y="759707"/>
                  </a:cubicBezTo>
                  <a:cubicBezTo>
                    <a:pt x="369116" y="977966"/>
                    <a:pt x="541452" y="1145659"/>
                    <a:pt x="758163" y="1148238"/>
                  </a:cubicBezTo>
                  <a:close/>
                </a:path>
              </a:pathLst>
            </a:custGeom>
            <a:grpFill/>
            <a:ln w="5155" cap="flat">
              <a:noFill/>
              <a:prstDash val="solid"/>
              <a:miter/>
            </a:ln>
          </p:spPr>
          <p:txBody>
            <a:bodyPr rtlCol="0" anchor="ctr"/>
            <a:lstStyle/>
            <a:p>
              <a:endParaRPr lang="en-US"/>
            </a:p>
          </p:txBody>
        </p:sp>
        <p:grpSp>
          <p:nvGrpSpPr>
            <p:cNvPr id="69" name="Group 68">
              <a:extLst>
                <a:ext uri="{FF2B5EF4-FFF2-40B4-BE49-F238E27FC236}">
                  <a16:creationId xmlns:a16="http://schemas.microsoft.com/office/drawing/2014/main" id="{F5A5C1DD-EF26-4025-B68D-0775AA454261}"/>
                </a:ext>
              </a:extLst>
            </p:cNvPr>
            <p:cNvGrpSpPr/>
            <p:nvPr/>
          </p:nvGrpSpPr>
          <p:grpSpPr>
            <a:xfrm>
              <a:off x="3563163" y="3556278"/>
              <a:ext cx="1218879" cy="1218879"/>
              <a:chOff x="3264582" y="1870309"/>
              <a:chExt cx="1774962" cy="1774962"/>
            </a:xfrm>
            <a:grpFill/>
          </p:grpSpPr>
          <p:sp>
            <p:nvSpPr>
              <p:cNvPr id="70" name="Freeform: Shape 69">
                <a:extLst>
                  <a:ext uri="{FF2B5EF4-FFF2-40B4-BE49-F238E27FC236}">
                    <a16:creationId xmlns:a16="http://schemas.microsoft.com/office/drawing/2014/main" id="{F04AE5A0-084E-4214-8571-E964F22366AE}"/>
                  </a:ext>
                </a:extLst>
              </p:cNvPr>
              <p:cNvSpPr/>
              <p:nvPr/>
            </p:nvSpPr>
            <p:spPr>
              <a:xfrm>
                <a:off x="3264582" y="1870309"/>
                <a:ext cx="1774962" cy="1774962"/>
              </a:xfrm>
              <a:custGeom>
                <a:avLst/>
                <a:gdLst>
                  <a:gd name="connsiteX0" fmla="*/ 894776 w 1774962"/>
                  <a:gd name="connsiteY0" fmla="*/ 1775736 h 1774962"/>
                  <a:gd name="connsiteX1" fmla="*/ 852466 w 1774962"/>
                  <a:gd name="connsiteY1" fmla="*/ 1775736 h 1774962"/>
                  <a:gd name="connsiteX2" fmla="*/ 839567 w 1774962"/>
                  <a:gd name="connsiteY2" fmla="*/ 1764901 h 1774962"/>
                  <a:gd name="connsiteX3" fmla="*/ 819960 w 1774962"/>
                  <a:gd name="connsiteY3" fmla="*/ 1666349 h 1774962"/>
                  <a:gd name="connsiteX4" fmla="*/ 822024 w 1774962"/>
                  <a:gd name="connsiteY4" fmla="*/ 1636938 h 1774962"/>
                  <a:gd name="connsiteX5" fmla="*/ 811704 w 1774962"/>
                  <a:gd name="connsiteY5" fmla="*/ 1623523 h 1774962"/>
                  <a:gd name="connsiteX6" fmla="*/ 695093 w 1774962"/>
                  <a:gd name="connsiteY6" fmla="*/ 1601852 h 1774962"/>
                  <a:gd name="connsiteX7" fmla="*/ 680130 w 1774962"/>
                  <a:gd name="connsiteY7" fmla="*/ 1610623 h 1774962"/>
                  <a:gd name="connsiteX8" fmla="*/ 615116 w 1774962"/>
                  <a:gd name="connsiteY8" fmla="*/ 1727234 h 1774962"/>
                  <a:gd name="connsiteX9" fmla="*/ 603765 w 1774962"/>
                  <a:gd name="connsiteY9" fmla="*/ 1730330 h 1774962"/>
                  <a:gd name="connsiteX10" fmla="*/ 512953 w 1774962"/>
                  <a:gd name="connsiteY10" fmla="*/ 1694212 h 1774962"/>
                  <a:gd name="connsiteX11" fmla="*/ 507277 w 1774962"/>
                  <a:gd name="connsiteY11" fmla="*/ 1681828 h 1774962"/>
                  <a:gd name="connsiteX12" fmla="*/ 527400 w 1774962"/>
                  <a:gd name="connsiteY12" fmla="*/ 1583277 h 1774962"/>
                  <a:gd name="connsiteX13" fmla="*/ 541848 w 1774962"/>
                  <a:gd name="connsiteY13" fmla="*/ 1552834 h 1774962"/>
                  <a:gd name="connsiteX14" fmla="*/ 537720 w 1774962"/>
                  <a:gd name="connsiteY14" fmla="*/ 1539418 h 1774962"/>
                  <a:gd name="connsiteX15" fmla="*/ 435041 w 1774962"/>
                  <a:gd name="connsiteY15" fmla="*/ 1472857 h 1774962"/>
                  <a:gd name="connsiteX16" fmla="*/ 420593 w 1774962"/>
                  <a:gd name="connsiteY16" fmla="*/ 1474921 h 1774962"/>
                  <a:gd name="connsiteX17" fmla="*/ 315334 w 1774962"/>
                  <a:gd name="connsiteY17" fmla="*/ 1559026 h 1774962"/>
                  <a:gd name="connsiteX18" fmla="*/ 302950 w 1774962"/>
                  <a:gd name="connsiteY18" fmla="*/ 1557478 h 1774962"/>
                  <a:gd name="connsiteX19" fmla="*/ 233809 w 1774962"/>
                  <a:gd name="connsiteY19" fmla="*/ 1490401 h 1774962"/>
                  <a:gd name="connsiteX20" fmla="*/ 232777 w 1774962"/>
                  <a:gd name="connsiteY20" fmla="*/ 1476985 h 1774962"/>
                  <a:gd name="connsiteX21" fmla="*/ 289019 w 1774962"/>
                  <a:gd name="connsiteY21" fmla="*/ 1393397 h 1774962"/>
                  <a:gd name="connsiteX22" fmla="*/ 312754 w 1774962"/>
                  <a:gd name="connsiteY22" fmla="*/ 1371726 h 1774962"/>
                  <a:gd name="connsiteX23" fmla="*/ 314818 w 1774962"/>
                  <a:gd name="connsiteY23" fmla="*/ 1355731 h 1774962"/>
                  <a:gd name="connsiteX24" fmla="*/ 246193 w 1774962"/>
                  <a:gd name="connsiteY24" fmla="*/ 1255631 h 1774962"/>
                  <a:gd name="connsiteX25" fmla="*/ 230713 w 1774962"/>
                  <a:gd name="connsiteY25" fmla="*/ 1253051 h 1774962"/>
                  <a:gd name="connsiteX26" fmla="*/ 102751 w 1774962"/>
                  <a:gd name="connsiteY26" fmla="*/ 1289685 h 1774962"/>
                  <a:gd name="connsiteX27" fmla="*/ 91916 w 1774962"/>
                  <a:gd name="connsiteY27" fmla="*/ 1282978 h 1774962"/>
                  <a:gd name="connsiteX28" fmla="*/ 53733 w 1774962"/>
                  <a:gd name="connsiteY28" fmla="*/ 1194230 h 1774962"/>
                  <a:gd name="connsiteX29" fmla="*/ 58377 w 1774962"/>
                  <a:gd name="connsiteY29" fmla="*/ 1181330 h 1774962"/>
                  <a:gd name="connsiteX30" fmla="*/ 142481 w 1774962"/>
                  <a:gd name="connsiteY30" fmla="*/ 1125605 h 1774962"/>
                  <a:gd name="connsiteX31" fmla="*/ 173956 w 1774962"/>
                  <a:gd name="connsiteY31" fmla="*/ 1114253 h 1774962"/>
                  <a:gd name="connsiteX32" fmla="*/ 180664 w 1774962"/>
                  <a:gd name="connsiteY32" fmla="*/ 1101870 h 1774962"/>
                  <a:gd name="connsiteX33" fmla="*/ 154865 w 1774962"/>
                  <a:gd name="connsiteY33" fmla="*/ 981131 h 1774962"/>
                  <a:gd name="connsiteX34" fmla="*/ 144029 w 1774962"/>
                  <a:gd name="connsiteY34" fmla="*/ 973391 h 1774962"/>
                  <a:gd name="connsiteX35" fmla="*/ 10391 w 1774962"/>
                  <a:gd name="connsiteY35" fmla="*/ 958428 h 1774962"/>
                  <a:gd name="connsiteX36" fmla="*/ 2135 w 1774962"/>
                  <a:gd name="connsiteY36" fmla="*/ 948624 h 1774962"/>
                  <a:gd name="connsiteX37" fmla="*/ 588 w 1774962"/>
                  <a:gd name="connsiteY37" fmla="*/ 850589 h 1774962"/>
                  <a:gd name="connsiteX38" fmla="*/ 10391 w 1774962"/>
                  <a:gd name="connsiteY38" fmla="*/ 840785 h 1774962"/>
                  <a:gd name="connsiteX39" fmla="*/ 110491 w 1774962"/>
                  <a:gd name="connsiteY39" fmla="*/ 820662 h 1774962"/>
                  <a:gd name="connsiteX40" fmla="*/ 139901 w 1774962"/>
                  <a:gd name="connsiteY40" fmla="*/ 822726 h 1774962"/>
                  <a:gd name="connsiteX41" fmla="*/ 153317 w 1774962"/>
                  <a:gd name="connsiteY41" fmla="*/ 811890 h 1774962"/>
                  <a:gd name="connsiteX42" fmla="*/ 174472 w 1774962"/>
                  <a:gd name="connsiteY42" fmla="*/ 696827 h 1774962"/>
                  <a:gd name="connsiteX43" fmla="*/ 164152 w 1774962"/>
                  <a:gd name="connsiteY43" fmla="*/ 680316 h 1774962"/>
                  <a:gd name="connsiteX44" fmla="*/ 49090 w 1774962"/>
                  <a:gd name="connsiteY44" fmla="*/ 615819 h 1774962"/>
                  <a:gd name="connsiteX45" fmla="*/ 45993 w 1774962"/>
                  <a:gd name="connsiteY45" fmla="*/ 606015 h 1774962"/>
                  <a:gd name="connsiteX46" fmla="*/ 82628 w 1774962"/>
                  <a:gd name="connsiteY46" fmla="*/ 513655 h 1774962"/>
                  <a:gd name="connsiteX47" fmla="*/ 93979 w 1774962"/>
                  <a:gd name="connsiteY47" fmla="*/ 508496 h 1774962"/>
                  <a:gd name="connsiteX48" fmla="*/ 224006 w 1774962"/>
                  <a:gd name="connsiteY48" fmla="*/ 543066 h 1774962"/>
                  <a:gd name="connsiteX49" fmla="*/ 236905 w 1774962"/>
                  <a:gd name="connsiteY49" fmla="*/ 538938 h 1774962"/>
                  <a:gd name="connsiteX50" fmla="*/ 302434 w 1774962"/>
                  <a:gd name="connsiteY50" fmla="*/ 437291 h 1774962"/>
                  <a:gd name="connsiteX51" fmla="*/ 302950 w 1774962"/>
                  <a:gd name="connsiteY51" fmla="*/ 423359 h 1774962"/>
                  <a:gd name="connsiteX52" fmla="*/ 238453 w 1774962"/>
                  <a:gd name="connsiteY52" fmla="*/ 346995 h 1774962"/>
                  <a:gd name="connsiteX53" fmla="*/ 228650 w 1774962"/>
                  <a:gd name="connsiteY53" fmla="*/ 333063 h 1774962"/>
                  <a:gd name="connsiteX54" fmla="*/ 230713 w 1774962"/>
                  <a:gd name="connsiteY54" fmla="*/ 290237 h 1774962"/>
                  <a:gd name="connsiteX55" fmla="*/ 283859 w 1774962"/>
                  <a:gd name="connsiteY55" fmla="*/ 236060 h 1774962"/>
                  <a:gd name="connsiteX56" fmla="*/ 300370 w 1774962"/>
                  <a:gd name="connsiteY56" fmla="*/ 234512 h 1774962"/>
                  <a:gd name="connsiteX57" fmla="*/ 380863 w 1774962"/>
                  <a:gd name="connsiteY57" fmla="*/ 288173 h 1774962"/>
                  <a:gd name="connsiteX58" fmla="*/ 403050 w 1774962"/>
                  <a:gd name="connsiteY58" fmla="*/ 311392 h 1774962"/>
                  <a:gd name="connsiteX59" fmla="*/ 422141 w 1774962"/>
                  <a:gd name="connsiteY59" fmla="*/ 313972 h 1774962"/>
                  <a:gd name="connsiteX60" fmla="*/ 519661 w 1774962"/>
                  <a:gd name="connsiteY60" fmla="*/ 246895 h 1774962"/>
                  <a:gd name="connsiteX61" fmla="*/ 524820 w 1774962"/>
                  <a:gd name="connsiteY61" fmla="*/ 233996 h 1774962"/>
                  <a:gd name="connsiteX62" fmla="*/ 492314 w 1774962"/>
                  <a:gd name="connsiteY62" fmla="*/ 127704 h 1774962"/>
                  <a:gd name="connsiteX63" fmla="*/ 514501 w 1774962"/>
                  <a:gd name="connsiteY63" fmla="*/ 82298 h 1774962"/>
                  <a:gd name="connsiteX64" fmla="*/ 578482 w 1774962"/>
                  <a:gd name="connsiteY64" fmla="*/ 55468 h 1774962"/>
                  <a:gd name="connsiteX65" fmla="*/ 595509 w 1774962"/>
                  <a:gd name="connsiteY65" fmla="*/ 60111 h 1774962"/>
                  <a:gd name="connsiteX66" fmla="*/ 648655 w 1774962"/>
                  <a:gd name="connsiteY66" fmla="*/ 139572 h 1774962"/>
                  <a:gd name="connsiteX67" fmla="*/ 661039 w 1774962"/>
                  <a:gd name="connsiteY67" fmla="*/ 172078 h 1774962"/>
                  <a:gd name="connsiteX68" fmla="*/ 675486 w 1774962"/>
                  <a:gd name="connsiteY68" fmla="*/ 180334 h 1774962"/>
                  <a:gd name="connsiteX69" fmla="*/ 792613 w 1774962"/>
                  <a:gd name="connsiteY69" fmla="*/ 155567 h 1774962"/>
                  <a:gd name="connsiteX70" fmla="*/ 801900 w 1774962"/>
                  <a:gd name="connsiteY70" fmla="*/ 143700 h 1774962"/>
                  <a:gd name="connsiteX71" fmla="*/ 816864 w 1774962"/>
                  <a:gd name="connsiteY71" fmla="*/ 11094 h 1774962"/>
                  <a:gd name="connsiteX72" fmla="*/ 826151 w 1774962"/>
                  <a:gd name="connsiteY72" fmla="*/ 2322 h 1774962"/>
                  <a:gd name="connsiteX73" fmla="*/ 925219 w 1774962"/>
                  <a:gd name="connsiteY73" fmla="*/ 774 h 1774962"/>
                  <a:gd name="connsiteX74" fmla="*/ 934507 w 1774962"/>
                  <a:gd name="connsiteY74" fmla="*/ 10062 h 1774962"/>
                  <a:gd name="connsiteX75" fmla="*/ 954114 w 1774962"/>
                  <a:gd name="connsiteY75" fmla="*/ 111193 h 1774962"/>
                  <a:gd name="connsiteX76" fmla="*/ 952050 w 1774962"/>
                  <a:gd name="connsiteY76" fmla="*/ 140604 h 1774962"/>
                  <a:gd name="connsiteX77" fmla="*/ 962369 w 1774962"/>
                  <a:gd name="connsiteY77" fmla="*/ 152987 h 1774962"/>
                  <a:gd name="connsiteX78" fmla="*/ 1078980 w 1774962"/>
                  <a:gd name="connsiteY78" fmla="*/ 174658 h 1774962"/>
                  <a:gd name="connsiteX79" fmla="*/ 1093428 w 1774962"/>
                  <a:gd name="connsiteY79" fmla="*/ 168467 h 1774962"/>
                  <a:gd name="connsiteX80" fmla="*/ 1147089 w 1774962"/>
                  <a:gd name="connsiteY80" fmla="*/ 69399 h 1774962"/>
                  <a:gd name="connsiteX81" fmla="*/ 1192495 w 1774962"/>
                  <a:gd name="connsiteY81" fmla="*/ 54436 h 1774962"/>
                  <a:gd name="connsiteX82" fmla="*/ 1258024 w 1774962"/>
                  <a:gd name="connsiteY82" fmla="*/ 81266 h 1774962"/>
                  <a:gd name="connsiteX83" fmla="*/ 1267312 w 1774962"/>
                  <a:gd name="connsiteY83" fmla="*/ 96746 h 1774962"/>
                  <a:gd name="connsiteX84" fmla="*/ 1247705 w 1774962"/>
                  <a:gd name="connsiteY84" fmla="*/ 192718 h 1774962"/>
                  <a:gd name="connsiteX85" fmla="*/ 1233258 w 1774962"/>
                  <a:gd name="connsiteY85" fmla="*/ 224192 h 1774962"/>
                  <a:gd name="connsiteX86" fmla="*/ 1237385 w 1774962"/>
                  <a:gd name="connsiteY86" fmla="*/ 237608 h 1774962"/>
                  <a:gd name="connsiteX87" fmla="*/ 1340065 w 1774962"/>
                  <a:gd name="connsiteY87" fmla="*/ 304169 h 1774962"/>
                  <a:gd name="connsiteX88" fmla="*/ 1354512 w 1774962"/>
                  <a:gd name="connsiteY88" fmla="*/ 302621 h 1774962"/>
                  <a:gd name="connsiteX89" fmla="*/ 1459771 w 1774962"/>
                  <a:gd name="connsiteY89" fmla="*/ 218516 h 1774962"/>
                  <a:gd name="connsiteX90" fmla="*/ 1472155 w 1774962"/>
                  <a:gd name="connsiteY90" fmla="*/ 220064 h 1774962"/>
                  <a:gd name="connsiteX91" fmla="*/ 1541296 w 1774962"/>
                  <a:gd name="connsiteY91" fmla="*/ 287657 h 1774962"/>
                  <a:gd name="connsiteX92" fmla="*/ 1542328 w 1774962"/>
                  <a:gd name="connsiteY92" fmla="*/ 301073 h 1774962"/>
                  <a:gd name="connsiteX93" fmla="*/ 1485570 w 1774962"/>
                  <a:gd name="connsiteY93" fmla="*/ 385693 h 1774962"/>
                  <a:gd name="connsiteX94" fmla="*/ 1462868 w 1774962"/>
                  <a:gd name="connsiteY94" fmla="*/ 406332 h 1774962"/>
                  <a:gd name="connsiteX95" fmla="*/ 1460803 w 1774962"/>
                  <a:gd name="connsiteY95" fmla="*/ 422327 h 1774962"/>
                  <a:gd name="connsiteX96" fmla="*/ 1529428 w 1774962"/>
                  <a:gd name="connsiteY96" fmla="*/ 522427 h 1774962"/>
                  <a:gd name="connsiteX97" fmla="*/ 1544908 w 1774962"/>
                  <a:gd name="connsiteY97" fmla="*/ 525007 h 1774962"/>
                  <a:gd name="connsiteX98" fmla="*/ 1672870 w 1774962"/>
                  <a:gd name="connsiteY98" fmla="*/ 488373 h 1774962"/>
                  <a:gd name="connsiteX99" fmla="*/ 1683706 w 1774962"/>
                  <a:gd name="connsiteY99" fmla="*/ 495080 h 1774962"/>
                  <a:gd name="connsiteX100" fmla="*/ 1721888 w 1774962"/>
                  <a:gd name="connsiteY100" fmla="*/ 583828 h 1774962"/>
                  <a:gd name="connsiteX101" fmla="*/ 1717244 w 1774962"/>
                  <a:gd name="connsiteY101" fmla="*/ 596728 h 1774962"/>
                  <a:gd name="connsiteX102" fmla="*/ 1633140 w 1774962"/>
                  <a:gd name="connsiteY102" fmla="*/ 652453 h 1774962"/>
                  <a:gd name="connsiteX103" fmla="*/ 1601665 w 1774962"/>
                  <a:gd name="connsiteY103" fmla="*/ 663805 h 1774962"/>
                  <a:gd name="connsiteX104" fmla="*/ 1594958 w 1774962"/>
                  <a:gd name="connsiteY104" fmla="*/ 676188 h 1774962"/>
                  <a:gd name="connsiteX105" fmla="*/ 1620241 w 1774962"/>
                  <a:gd name="connsiteY105" fmla="*/ 795895 h 1774962"/>
                  <a:gd name="connsiteX106" fmla="*/ 1631076 w 1774962"/>
                  <a:gd name="connsiteY106" fmla="*/ 804667 h 1774962"/>
                  <a:gd name="connsiteX107" fmla="*/ 1763682 w 1774962"/>
                  <a:gd name="connsiteY107" fmla="*/ 819630 h 1774962"/>
                  <a:gd name="connsiteX108" fmla="*/ 1773486 w 1774962"/>
                  <a:gd name="connsiteY108" fmla="*/ 829950 h 1774962"/>
                  <a:gd name="connsiteX109" fmla="*/ 1775034 w 1774962"/>
                  <a:gd name="connsiteY109" fmla="*/ 927985 h 1774962"/>
                  <a:gd name="connsiteX110" fmla="*/ 1766262 w 1774962"/>
                  <a:gd name="connsiteY110" fmla="*/ 937273 h 1774962"/>
                  <a:gd name="connsiteX111" fmla="*/ 1663583 w 1774962"/>
                  <a:gd name="connsiteY111" fmla="*/ 957396 h 1774962"/>
                  <a:gd name="connsiteX112" fmla="*/ 1636752 w 1774962"/>
                  <a:gd name="connsiteY112" fmla="*/ 955332 h 1774962"/>
                  <a:gd name="connsiteX113" fmla="*/ 1622304 w 1774962"/>
                  <a:gd name="connsiteY113" fmla="*/ 966684 h 1774962"/>
                  <a:gd name="connsiteX114" fmla="*/ 1601149 w 1774962"/>
                  <a:gd name="connsiteY114" fmla="*/ 1081746 h 1774962"/>
                  <a:gd name="connsiteX115" fmla="*/ 1610437 w 1774962"/>
                  <a:gd name="connsiteY115" fmla="*/ 1097742 h 1774962"/>
                  <a:gd name="connsiteX116" fmla="*/ 1726016 w 1774962"/>
                  <a:gd name="connsiteY116" fmla="*/ 1161723 h 1774962"/>
                  <a:gd name="connsiteX117" fmla="*/ 1729112 w 1774962"/>
                  <a:gd name="connsiteY117" fmla="*/ 1174107 h 1774962"/>
                  <a:gd name="connsiteX118" fmla="*/ 1693509 w 1774962"/>
                  <a:gd name="connsiteY118" fmla="*/ 1263887 h 1774962"/>
                  <a:gd name="connsiteX119" fmla="*/ 1681126 w 1774962"/>
                  <a:gd name="connsiteY119" fmla="*/ 1270078 h 1774962"/>
                  <a:gd name="connsiteX120" fmla="*/ 1581542 w 1774962"/>
                  <a:gd name="connsiteY120" fmla="*/ 1249955 h 1774962"/>
                  <a:gd name="connsiteX121" fmla="*/ 1552647 w 1774962"/>
                  <a:gd name="connsiteY121" fmla="*/ 1236024 h 1774962"/>
                  <a:gd name="connsiteX122" fmla="*/ 1538200 w 1774962"/>
                  <a:gd name="connsiteY122" fmla="*/ 1240152 h 1774962"/>
                  <a:gd name="connsiteX123" fmla="*/ 1473187 w 1774962"/>
                  <a:gd name="connsiteY123" fmla="*/ 1340767 h 1774962"/>
                  <a:gd name="connsiteX124" fmla="*/ 1475251 w 1774962"/>
                  <a:gd name="connsiteY124" fmla="*/ 1358310 h 1774962"/>
                  <a:gd name="connsiteX125" fmla="*/ 1535104 w 1774962"/>
                  <a:gd name="connsiteY125" fmla="*/ 1430031 h 1774962"/>
                  <a:gd name="connsiteX126" fmla="*/ 1545424 w 1774962"/>
                  <a:gd name="connsiteY126" fmla="*/ 1444995 h 1774962"/>
                  <a:gd name="connsiteX127" fmla="*/ 1542844 w 1774962"/>
                  <a:gd name="connsiteY127" fmla="*/ 1489885 h 1774962"/>
                  <a:gd name="connsiteX128" fmla="*/ 1491246 w 1774962"/>
                  <a:gd name="connsiteY128" fmla="*/ 1542514 h 1774962"/>
                  <a:gd name="connsiteX129" fmla="*/ 1472155 w 1774962"/>
                  <a:gd name="connsiteY129" fmla="*/ 1544062 h 1774962"/>
                  <a:gd name="connsiteX130" fmla="*/ 1393726 w 1774962"/>
                  <a:gd name="connsiteY130" fmla="*/ 1491948 h 1774962"/>
                  <a:gd name="connsiteX131" fmla="*/ 1369992 w 1774962"/>
                  <a:gd name="connsiteY131" fmla="*/ 1466666 h 1774962"/>
                  <a:gd name="connsiteX132" fmla="*/ 1352964 w 1774962"/>
                  <a:gd name="connsiteY132" fmla="*/ 1464602 h 1774962"/>
                  <a:gd name="connsiteX133" fmla="*/ 1254413 w 1774962"/>
                  <a:gd name="connsiteY133" fmla="*/ 1532711 h 1774962"/>
                  <a:gd name="connsiteX134" fmla="*/ 1248737 w 1774962"/>
                  <a:gd name="connsiteY134" fmla="*/ 1544578 h 1774962"/>
                  <a:gd name="connsiteX135" fmla="*/ 1284339 w 1774962"/>
                  <a:gd name="connsiteY135" fmla="*/ 1662221 h 1774962"/>
                  <a:gd name="connsiteX136" fmla="*/ 1268860 w 1774962"/>
                  <a:gd name="connsiteY136" fmla="*/ 1693180 h 1774962"/>
                  <a:gd name="connsiteX137" fmla="*/ 1195591 w 1774962"/>
                  <a:gd name="connsiteY137" fmla="*/ 1724654 h 1774962"/>
                  <a:gd name="connsiteX138" fmla="*/ 1178564 w 1774962"/>
                  <a:gd name="connsiteY138" fmla="*/ 1719495 h 1774962"/>
                  <a:gd name="connsiteX139" fmla="*/ 1125418 w 1774962"/>
                  <a:gd name="connsiteY139" fmla="*/ 1640034 h 1774962"/>
                  <a:gd name="connsiteX140" fmla="*/ 1113035 w 1774962"/>
                  <a:gd name="connsiteY140" fmla="*/ 1606496 h 1774962"/>
                  <a:gd name="connsiteX141" fmla="*/ 1099619 w 1774962"/>
                  <a:gd name="connsiteY141" fmla="*/ 1599272 h 1774962"/>
                  <a:gd name="connsiteX142" fmla="*/ 979913 w 1774962"/>
                  <a:gd name="connsiteY142" fmla="*/ 1624555 h 1774962"/>
                  <a:gd name="connsiteX143" fmla="*/ 972173 w 1774962"/>
                  <a:gd name="connsiteY143" fmla="*/ 1634874 h 1774962"/>
                  <a:gd name="connsiteX144" fmla="*/ 957726 w 1774962"/>
                  <a:gd name="connsiteY144" fmla="*/ 1767481 h 1774962"/>
                  <a:gd name="connsiteX145" fmla="*/ 945858 w 1774962"/>
                  <a:gd name="connsiteY145" fmla="*/ 1777800 h 1774962"/>
                  <a:gd name="connsiteX146" fmla="*/ 895808 w 1774962"/>
                  <a:gd name="connsiteY146" fmla="*/ 1779864 h 1774962"/>
                  <a:gd name="connsiteX147" fmla="*/ 894776 w 1774962"/>
                  <a:gd name="connsiteY147" fmla="*/ 1775736 h 1774962"/>
                  <a:gd name="connsiteX148" fmla="*/ 890648 w 1774962"/>
                  <a:gd name="connsiteY148" fmla="*/ 1454798 h 1774962"/>
                  <a:gd name="connsiteX149" fmla="*/ 1452548 w 1774962"/>
                  <a:gd name="connsiteY149" fmla="*/ 884127 h 1774962"/>
                  <a:gd name="connsiteX150" fmla="*/ 881361 w 1774962"/>
                  <a:gd name="connsiteY150" fmla="*/ 322228 h 1774962"/>
                  <a:gd name="connsiteX151" fmla="*/ 320494 w 1774962"/>
                  <a:gd name="connsiteY151" fmla="*/ 893415 h 1774962"/>
                  <a:gd name="connsiteX152" fmla="*/ 890648 w 1774962"/>
                  <a:gd name="connsiteY152" fmla="*/ 1454798 h 1774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1774962" h="1774962">
                    <a:moveTo>
                      <a:pt x="894776" y="1775736"/>
                    </a:moveTo>
                    <a:cubicBezTo>
                      <a:pt x="880845" y="1775736"/>
                      <a:pt x="866397" y="1775736"/>
                      <a:pt x="852466" y="1775736"/>
                    </a:cubicBezTo>
                    <a:cubicBezTo>
                      <a:pt x="844726" y="1775736"/>
                      <a:pt x="840599" y="1772640"/>
                      <a:pt x="839567" y="1764901"/>
                    </a:cubicBezTo>
                    <a:cubicBezTo>
                      <a:pt x="833375" y="1731878"/>
                      <a:pt x="826151" y="1699371"/>
                      <a:pt x="819960" y="1666349"/>
                    </a:cubicBezTo>
                    <a:cubicBezTo>
                      <a:pt x="817896" y="1656545"/>
                      <a:pt x="820992" y="1646742"/>
                      <a:pt x="822024" y="1636938"/>
                    </a:cubicBezTo>
                    <a:cubicBezTo>
                      <a:pt x="823056" y="1628682"/>
                      <a:pt x="820992" y="1624555"/>
                      <a:pt x="811704" y="1623523"/>
                    </a:cubicBezTo>
                    <a:cubicBezTo>
                      <a:pt x="772490" y="1619395"/>
                      <a:pt x="733275" y="1612171"/>
                      <a:pt x="695093" y="1601852"/>
                    </a:cubicBezTo>
                    <a:cubicBezTo>
                      <a:pt x="686837" y="1599788"/>
                      <a:pt x="682194" y="1602368"/>
                      <a:pt x="680130" y="1610623"/>
                    </a:cubicBezTo>
                    <a:cubicBezTo>
                      <a:pt x="669294" y="1655513"/>
                      <a:pt x="636788" y="1688020"/>
                      <a:pt x="615116" y="1727234"/>
                    </a:cubicBezTo>
                    <a:cubicBezTo>
                      <a:pt x="612537" y="1731878"/>
                      <a:pt x="608409" y="1731878"/>
                      <a:pt x="603765" y="1730330"/>
                    </a:cubicBezTo>
                    <a:cubicBezTo>
                      <a:pt x="572807" y="1720011"/>
                      <a:pt x="542364" y="1707627"/>
                      <a:pt x="512953" y="1694212"/>
                    </a:cubicBezTo>
                    <a:cubicBezTo>
                      <a:pt x="506761" y="1691632"/>
                      <a:pt x="506245" y="1686988"/>
                      <a:pt x="507277" y="1681828"/>
                    </a:cubicBezTo>
                    <a:cubicBezTo>
                      <a:pt x="513985" y="1648806"/>
                      <a:pt x="519661" y="1615783"/>
                      <a:pt x="527400" y="1583277"/>
                    </a:cubicBezTo>
                    <a:cubicBezTo>
                      <a:pt x="529980" y="1572441"/>
                      <a:pt x="536172" y="1562637"/>
                      <a:pt x="541848" y="1552834"/>
                    </a:cubicBezTo>
                    <a:cubicBezTo>
                      <a:pt x="545460" y="1546642"/>
                      <a:pt x="544428" y="1543030"/>
                      <a:pt x="537720" y="1539418"/>
                    </a:cubicBezTo>
                    <a:cubicBezTo>
                      <a:pt x="501601" y="1520327"/>
                      <a:pt x="467547" y="1497624"/>
                      <a:pt x="435041" y="1472857"/>
                    </a:cubicBezTo>
                    <a:cubicBezTo>
                      <a:pt x="429365" y="1468214"/>
                      <a:pt x="425237" y="1468214"/>
                      <a:pt x="420593" y="1474921"/>
                    </a:cubicBezTo>
                    <a:cubicBezTo>
                      <a:pt x="393762" y="1512588"/>
                      <a:pt x="350936" y="1531163"/>
                      <a:pt x="315334" y="1559026"/>
                    </a:cubicBezTo>
                    <a:cubicBezTo>
                      <a:pt x="310690" y="1562637"/>
                      <a:pt x="307078" y="1561090"/>
                      <a:pt x="302950" y="1557478"/>
                    </a:cubicBezTo>
                    <a:cubicBezTo>
                      <a:pt x="278699" y="1536323"/>
                      <a:pt x="255996" y="1513104"/>
                      <a:pt x="233809" y="1490401"/>
                    </a:cubicBezTo>
                    <a:cubicBezTo>
                      <a:pt x="229682" y="1485757"/>
                      <a:pt x="229165" y="1482145"/>
                      <a:pt x="232777" y="1476985"/>
                    </a:cubicBezTo>
                    <a:cubicBezTo>
                      <a:pt x="251352" y="1449122"/>
                      <a:pt x="269928" y="1421260"/>
                      <a:pt x="289019" y="1393397"/>
                    </a:cubicBezTo>
                    <a:cubicBezTo>
                      <a:pt x="295210" y="1384625"/>
                      <a:pt x="304498" y="1378949"/>
                      <a:pt x="312754" y="1371726"/>
                    </a:cubicBezTo>
                    <a:cubicBezTo>
                      <a:pt x="318946" y="1366566"/>
                      <a:pt x="319978" y="1361922"/>
                      <a:pt x="314818" y="1355731"/>
                    </a:cubicBezTo>
                    <a:cubicBezTo>
                      <a:pt x="289535" y="1324256"/>
                      <a:pt x="266316" y="1291233"/>
                      <a:pt x="246193" y="1255631"/>
                    </a:cubicBezTo>
                    <a:cubicBezTo>
                      <a:pt x="241549" y="1247375"/>
                      <a:pt x="236905" y="1248923"/>
                      <a:pt x="230713" y="1253051"/>
                    </a:cubicBezTo>
                    <a:cubicBezTo>
                      <a:pt x="191499" y="1277302"/>
                      <a:pt x="145577" y="1277818"/>
                      <a:pt x="102751" y="1289685"/>
                    </a:cubicBezTo>
                    <a:cubicBezTo>
                      <a:pt x="97075" y="1291233"/>
                      <a:pt x="93979" y="1288137"/>
                      <a:pt x="91916" y="1282978"/>
                    </a:cubicBezTo>
                    <a:cubicBezTo>
                      <a:pt x="77984" y="1254083"/>
                      <a:pt x="65085" y="1224156"/>
                      <a:pt x="53733" y="1194230"/>
                    </a:cubicBezTo>
                    <a:cubicBezTo>
                      <a:pt x="51669" y="1188038"/>
                      <a:pt x="53217" y="1184426"/>
                      <a:pt x="58377" y="1181330"/>
                    </a:cubicBezTo>
                    <a:cubicBezTo>
                      <a:pt x="86240" y="1162755"/>
                      <a:pt x="113587" y="1143664"/>
                      <a:pt x="142481" y="1125605"/>
                    </a:cubicBezTo>
                    <a:cubicBezTo>
                      <a:pt x="151769" y="1119929"/>
                      <a:pt x="163120" y="1117349"/>
                      <a:pt x="173956" y="1114253"/>
                    </a:cubicBezTo>
                    <a:cubicBezTo>
                      <a:pt x="180664" y="1112189"/>
                      <a:pt x="182727" y="1109093"/>
                      <a:pt x="180664" y="1101870"/>
                    </a:cubicBezTo>
                    <a:cubicBezTo>
                      <a:pt x="168796" y="1062139"/>
                      <a:pt x="160541" y="1021893"/>
                      <a:pt x="154865" y="981131"/>
                    </a:cubicBezTo>
                    <a:cubicBezTo>
                      <a:pt x="153833" y="974423"/>
                      <a:pt x="150737" y="972359"/>
                      <a:pt x="144029" y="973391"/>
                    </a:cubicBezTo>
                    <a:cubicBezTo>
                      <a:pt x="98107" y="981131"/>
                      <a:pt x="54765" y="963588"/>
                      <a:pt x="10391" y="958428"/>
                    </a:cubicBezTo>
                    <a:cubicBezTo>
                      <a:pt x="4715" y="957912"/>
                      <a:pt x="2652" y="954300"/>
                      <a:pt x="2135" y="948624"/>
                    </a:cubicBezTo>
                    <a:cubicBezTo>
                      <a:pt x="-960" y="916118"/>
                      <a:pt x="72" y="883611"/>
                      <a:pt x="588" y="850589"/>
                    </a:cubicBezTo>
                    <a:cubicBezTo>
                      <a:pt x="588" y="844397"/>
                      <a:pt x="4715" y="841817"/>
                      <a:pt x="10391" y="840785"/>
                    </a:cubicBezTo>
                    <a:cubicBezTo>
                      <a:pt x="43930" y="834077"/>
                      <a:pt x="76952" y="827370"/>
                      <a:pt x="110491" y="820662"/>
                    </a:cubicBezTo>
                    <a:cubicBezTo>
                      <a:pt x="120294" y="818598"/>
                      <a:pt x="130098" y="821694"/>
                      <a:pt x="139901" y="822726"/>
                    </a:cubicBezTo>
                    <a:cubicBezTo>
                      <a:pt x="148157" y="823758"/>
                      <a:pt x="152285" y="820662"/>
                      <a:pt x="153317" y="811890"/>
                    </a:cubicBezTo>
                    <a:cubicBezTo>
                      <a:pt x="157445" y="773192"/>
                      <a:pt x="164668" y="734494"/>
                      <a:pt x="174472" y="696827"/>
                    </a:cubicBezTo>
                    <a:cubicBezTo>
                      <a:pt x="177052" y="687024"/>
                      <a:pt x="173440" y="682380"/>
                      <a:pt x="164152" y="680316"/>
                    </a:cubicBezTo>
                    <a:cubicBezTo>
                      <a:pt x="120294" y="668965"/>
                      <a:pt x="87272" y="636974"/>
                      <a:pt x="49090" y="615819"/>
                    </a:cubicBezTo>
                    <a:cubicBezTo>
                      <a:pt x="44961" y="613755"/>
                      <a:pt x="44961" y="610143"/>
                      <a:pt x="45993" y="606015"/>
                    </a:cubicBezTo>
                    <a:cubicBezTo>
                      <a:pt x="56313" y="574541"/>
                      <a:pt x="69212" y="544098"/>
                      <a:pt x="82628" y="513655"/>
                    </a:cubicBezTo>
                    <a:cubicBezTo>
                      <a:pt x="85208" y="507980"/>
                      <a:pt x="89336" y="506948"/>
                      <a:pt x="93979" y="508496"/>
                    </a:cubicBezTo>
                    <a:cubicBezTo>
                      <a:pt x="137322" y="519847"/>
                      <a:pt x="183760" y="518815"/>
                      <a:pt x="224006" y="543066"/>
                    </a:cubicBezTo>
                    <a:cubicBezTo>
                      <a:pt x="230713" y="547194"/>
                      <a:pt x="233809" y="544614"/>
                      <a:pt x="236905" y="538938"/>
                    </a:cubicBezTo>
                    <a:cubicBezTo>
                      <a:pt x="255996" y="503336"/>
                      <a:pt x="278183" y="469281"/>
                      <a:pt x="302434" y="437291"/>
                    </a:cubicBezTo>
                    <a:cubicBezTo>
                      <a:pt x="305530" y="433163"/>
                      <a:pt x="310690" y="428519"/>
                      <a:pt x="302950" y="423359"/>
                    </a:cubicBezTo>
                    <a:cubicBezTo>
                      <a:pt x="273540" y="404268"/>
                      <a:pt x="258576" y="373826"/>
                      <a:pt x="238453" y="346995"/>
                    </a:cubicBezTo>
                    <a:cubicBezTo>
                      <a:pt x="234841" y="342351"/>
                      <a:pt x="232262" y="337707"/>
                      <a:pt x="228650" y="333063"/>
                    </a:cubicBezTo>
                    <a:cubicBezTo>
                      <a:pt x="212654" y="310360"/>
                      <a:pt x="212138" y="309844"/>
                      <a:pt x="230713" y="290237"/>
                    </a:cubicBezTo>
                    <a:cubicBezTo>
                      <a:pt x="248257" y="271662"/>
                      <a:pt x="266316" y="254119"/>
                      <a:pt x="283859" y="236060"/>
                    </a:cubicBezTo>
                    <a:cubicBezTo>
                      <a:pt x="289535" y="230384"/>
                      <a:pt x="294179" y="229868"/>
                      <a:pt x="300370" y="234512"/>
                    </a:cubicBezTo>
                    <a:cubicBezTo>
                      <a:pt x="327201" y="252571"/>
                      <a:pt x="354032" y="270114"/>
                      <a:pt x="380863" y="288173"/>
                    </a:cubicBezTo>
                    <a:cubicBezTo>
                      <a:pt x="390150" y="294365"/>
                      <a:pt x="396342" y="303137"/>
                      <a:pt x="403050" y="311392"/>
                    </a:cubicBezTo>
                    <a:cubicBezTo>
                      <a:pt x="408726" y="319132"/>
                      <a:pt x="413885" y="320680"/>
                      <a:pt x="422141" y="313972"/>
                    </a:cubicBezTo>
                    <a:cubicBezTo>
                      <a:pt x="452584" y="288689"/>
                      <a:pt x="485606" y="266502"/>
                      <a:pt x="519661" y="246895"/>
                    </a:cubicBezTo>
                    <a:cubicBezTo>
                      <a:pt x="524820" y="243799"/>
                      <a:pt x="529464" y="240703"/>
                      <a:pt x="524820" y="233996"/>
                    </a:cubicBezTo>
                    <a:cubicBezTo>
                      <a:pt x="502633" y="202005"/>
                      <a:pt x="501086" y="163823"/>
                      <a:pt x="492314" y="127704"/>
                    </a:cubicBezTo>
                    <a:cubicBezTo>
                      <a:pt x="484574" y="96230"/>
                      <a:pt x="485606" y="96746"/>
                      <a:pt x="514501" y="82298"/>
                    </a:cubicBezTo>
                    <a:cubicBezTo>
                      <a:pt x="535140" y="71979"/>
                      <a:pt x="557327" y="64239"/>
                      <a:pt x="578482" y="55468"/>
                    </a:cubicBezTo>
                    <a:cubicBezTo>
                      <a:pt x="586222" y="52372"/>
                      <a:pt x="590866" y="52888"/>
                      <a:pt x="595509" y="60111"/>
                    </a:cubicBezTo>
                    <a:cubicBezTo>
                      <a:pt x="613053" y="86942"/>
                      <a:pt x="630596" y="113257"/>
                      <a:pt x="648655" y="139572"/>
                    </a:cubicBezTo>
                    <a:cubicBezTo>
                      <a:pt x="655363" y="149375"/>
                      <a:pt x="657427" y="160727"/>
                      <a:pt x="661039" y="172078"/>
                    </a:cubicBezTo>
                    <a:cubicBezTo>
                      <a:pt x="663618" y="180334"/>
                      <a:pt x="667230" y="182914"/>
                      <a:pt x="675486" y="180334"/>
                    </a:cubicBezTo>
                    <a:cubicBezTo>
                      <a:pt x="713668" y="168983"/>
                      <a:pt x="752882" y="160727"/>
                      <a:pt x="792613" y="155567"/>
                    </a:cubicBezTo>
                    <a:cubicBezTo>
                      <a:pt x="800352" y="154535"/>
                      <a:pt x="802932" y="151439"/>
                      <a:pt x="801900" y="143700"/>
                    </a:cubicBezTo>
                    <a:cubicBezTo>
                      <a:pt x="795193" y="98294"/>
                      <a:pt x="811704" y="55468"/>
                      <a:pt x="816864" y="11094"/>
                    </a:cubicBezTo>
                    <a:cubicBezTo>
                      <a:pt x="817380" y="5934"/>
                      <a:pt x="820476" y="2838"/>
                      <a:pt x="826151" y="2322"/>
                    </a:cubicBezTo>
                    <a:cubicBezTo>
                      <a:pt x="859174" y="-1290"/>
                      <a:pt x="892196" y="258"/>
                      <a:pt x="925219" y="774"/>
                    </a:cubicBezTo>
                    <a:cubicBezTo>
                      <a:pt x="930895" y="774"/>
                      <a:pt x="933475" y="4902"/>
                      <a:pt x="934507" y="10062"/>
                    </a:cubicBezTo>
                    <a:cubicBezTo>
                      <a:pt x="941214" y="43600"/>
                      <a:pt x="948438" y="77139"/>
                      <a:pt x="954114" y="111193"/>
                    </a:cubicBezTo>
                    <a:cubicBezTo>
                      <a:pt x="955662" y="120481"/>
                      <a:pt x="953082" y="130800"/>
                      <a:pt x="952050" y="140604"/>
                    </a:cubicBezTo>
                    <a:cubicBezTo>
                      <a:pt x="951018" y="148343"/>
                      <a:pt x="954114" y="151955"/>
                      <a:pt x="962369" y="152987"/>
                    </a:cubicBezTo>
                    <a:cubicBezTo>
                      <a:pt x="1001584" y="157115"/>
                      <a:pt x="1040798" y="164339"/>
                      <a:pt x="1078980" y="174658"/>
                    </a:cubicBezTo>
                    <a:cubicBezTo>
                      <a:pt x="1085172" y="176206"/>
                      <a:pt x="1091364" y="176722"/>
                      <a:pt x="1093428" y="168467"/>
                    </a:cubicBezTo>
                    <a:cubicBezTo>
                      <a:pt x="1101683" y="130284"/>
                      <a:pt x="1127482" y="101390"/>
                      <a:pt x="1147089" y="69399"/>
                    </a:cubicBezTo>
                    <a:cubicBezTo>
                      <a:pt x="1162569" y="43084"/>
                      <a:pt x="1163601" y="43600"/>
                      <a:pt x="1192495" y="54436"/>
                    </a:cubicBezTo>
                    <a:cubicBezTo>
                      <a:pt x="1214682" y="62691"/>
                      <a:pt x="1236353" y="71979"/>
                      <a:pt x="1258024" y="81266"/>
                    </a:cubicBezTo>
                    <a:cubicBezTo>
                      <a:pt x="1265764" y="84362"/>
                      <a:pt x="1268860" y="88490"/>
                      <a:pt x="1267312" y="96746"/>
                    </a:cubicBezTo>
                    <a:cubicBezTo>
                      <a:pt x="1260604" y="128736"/>
                      <a:pt x="1254928" y="160727"/>
                      <a:pt x="1247705" y="192718"/>
                    </a:cubicBezTo>
                    <a:cubicBezTo>
                      <a:pt x="1245125" y="203553"/>
                      <a:pt x="1238417" y="213873"/>
                      <a:pt x="1233258" y="224192"/>
                    </a:cubicBezTo>
                    <a:cubicBezTo>
                      <a:pt x="1229646" y="230384"/>
                      <a:pt x="1230678" y="233996"/>
                      <a:pt x="1237385" y="237608"/>
                    </a:cubicBezTo>
                    <a:cubicBezTo>
                      <a:pt x="1273504" y="256699"/>
                      <a:pt x="1307558" y="279402"/>
                      <a:pt x="1340065" y="304169"/>
                    </a:cubicBezTo>
                    <a:cubicBezTo>
                      <a:pt x="1345741" y="308812"/>
                      <a:pt x="1349868" y="309328"/>
                      <a:pt x="1354512" y="302621"/>
                    </a:cubicBezTo>
                    <a:cubicBezTo>
                      <a:pt x="1381343" y="264954"/>
                      <a:pt x="1424169" y="246379"/>
                      <a:pt x="1459771" y="218516"/>
                    </a:cubicBezTo>
                    <a:cubicBezTo>
                      <a:pt x="1464415" y="214905"/>
                      <a:pt x="1468027" y="216452"/>
                      <a:pt x="1472155" y="220064"/>
                    </a:cubicBezTo>
                    <a:cubicBezTo>
                      <a:pt x="1496406" y="241219"/>
                      <a:pt x="1519109" y="264438"/>
                      <a:pt x="1541296" y="287657"/>
                    </a:cubicBezTo>
                    <a:cubicBezTo>
                      <a:pt x="1545424" y="292301"/>
                      <a:pt x="1545940" y="296429"/>
                      <a:pt x="1542328" y="301073"/>
                    </a:cubicBezTo>
                    <a:cubicBezTo>
                      <a:pt x="1523237" y="329452"/>
                      <a:pt x="1505177" y="357830"/>
                      <a:pt x="1485570" y="385693"/>
                    </a:cubicBezTo>
                    <a:cubicBezTo>
                      <a:pt x="1479895" y="393949"/>
                      <a:pt x="1470607" y="400140"/>
                      <a:pt x="1462868" y="406332"/>
                    </a:cubicBezTo>
                    <a:cubicBezTo>
                      <a:pt x="1456676" y="411492"/>
                      <a:pt x="1455644" y="416136"/>
                      <a:pt x="1460803" y="422327"/>
                    </a:cubicBezTo>
                    <a:cubicBezTo>
                      <a:pt x="1486086" y="453802"/>
                      <a:pt x="1509305" y="487341"/>
                      <a:pt x="1529428" y="522427"/>
                    </a:cubicBezTo>
                    <a:cubicBezTo>
                      <a:pt x="1534072" y="530167"/>
                      <a:pt x="1538716" y="529135"/>
                      <a:pt x="1544908" y="525007"/>
                    </a:cubicBezTo>
                    <a:cubicBezTo>
                      <a:pt x="1584122" y="500756"/>
                      <a:pt x="1630044" y="500240"/>
                      <a:pt x="1672870" y="488373"/>
                    </a:cubicBezTo>
                    <a:cubicBezTo>
                      <a:pt x="1678546" y="486825"/>
                      <a:pt x="1681642" y="489921"/>
                      <a:pt x="1683706" y="495080"/>
                    </a:cubicBezTo>
                    <a:cubicBezTo>
                      <a:pt x="1697637" y="523975"/>
                      <a:pt x="1710537" y="553902"/>
                      <a:pt x="1721888" y="583828"/>
                    </a:cubicBezTo>
                    <a:cubicBezTo>
                      <a:pt x="1723952" y="590020"/>
                      <a:pt x="1722404" y="593632"/>
                      <a:pt x="1717244" y="596728"/>
                    </a:cubicBezTo>
                    <a:cubicBezTo>
                      <a:pt x="1689381" y="615303"/>
                      <a:pt x="1662035" y="634394"/>
                      <a:pt x="1633140" y="652453"/>
                    </a:cubicBezTo>
                    <a:cubicBezTo>
                      <a:pt x="1623852" y="658129"/>
                      <a:pt x="1612501" y="660709"/>
                      <a:pt x="1601665" y="663805"/>
                    </a:cubicBezTo>
                    <a:cubicBezTo>
                      <a:pt x="1594958" y="665869"/>
                      <a:pt x="1592894" y="668965"/>
                      <a:pt x="1594958" y="676188"/>
                    </a:cubicBezTo>
                    <a:cubicBezTo>
                      <a:pt x="1606309" y="715403"/>
                      <a:pt x="1615081" y="755133"/>
                      <a:pt x="1620241" y="795895"/>
                    </a:cubicBezTo>
                    <a:cubicBezTo>
                      <a:pt x="1621272" y="803119"/>
                      <a:pt x="1624368" y="805699"/>
                      <a:pt x="1631076" y="804667"/>
                    </a:cubicBezTo>
                    <a:cubicBezTo>
                      <a:pt x="1676482" y="797959"/>
                      <a:pt x="1719308" y="814470"/>
                      <a:pt x="1763682" y="819630"/>
                    </a:cubicBezTo>
                    <a:cubicBezTo>
                      <a:pt x="1769874" y="820146"/>
                      <a:pt x="1772454" y="823758"/>
                      <a:pt x="1773486" y="829950"/>
                    </a:cubicBezTo>
                    <a:cubicBezTo>
                      <a:pt x="1776582" y="862456"/>
                      <a:pt x="1775034" y="895479"/>
                      <a:pt x="1775034" y="927985"/>
                    </a:cubicBezTo>
                    <a:cubicBezTo>
                      <a:pt x="1775034" y="933661"/>
                      <a:pt x="1771422" y="936241"/>
                      <a:pt x="1766262" y="937273"/>
                    </a:cubicBezTo>
                    <a:cubicBezTo>
                      <a:pt x="1732207" y="943981"/>
                      <a:pt x="1698153" y="951204"/>
                      <a:pt x="1663583" y="957396"/>
                    </a:cubicBezTo>
                    <a:cubicBezTo>
                      <a:pt x="1654811" y="958944"/>
                      <a:pt x="1645523" y="956364"/>
                      <a:pt x="1636752" y="955332"/>
                    </a:cubicBezTo>
                    <a:cubicBezTo>
                      <a:pt x="1627980" y="954300"/>
                      <a:pt x="1623336" y="956364"/>
                      <a:pt x="1622304" y="966684"/>
                    </a:cubicBezTo>
                    <a:cubicBezTo>
                      <a:pt x="1618177" y="1005382"/>
                      <a:pt x="1610953" y="1044080"/>
                      <a:pt x="1601149" y="1081746"/>
                    </a:cubicBezTo>
                    <a:cubicBezTo>
                      <a:pt x="1598569" y="1091034"/>
                      <a:pt x="1601665" y="1095678"/>
                      <a:pt x="1610437" y="1097742"/>
                    </a:cubicBezTo>
                    <a:cubicBezTo>
                      <a:pt x="1654811" y="1108577"/>
                      <a:pt x="1687318" y="1140568"/>
                      <a:pt x="1726016" y="1161723"/>
                    </a:cubicBezTo>
                    <a:cubicBezTo>
                      <a:pt x="1731176" y="1164819"/>
                      <a:pt x="1731176" y="1168947"/>
                      <a:pt x="1729112" y="1174107"/>
                    </a:cubicBezTo>
                    <a:cubicBezTo>
                      <a:pt x="1718792" y="1204549"/>
                      <a:pt x="1706409" y="1234476"/>
                      <a:pt x="1693509" y="1263887"/>
                    </a:cubicBezTo>
                    <a:cubicBezTo>
                      <a:pt x="1690929" y="1269562"/>
                      <a:pt x="1687318" y="1271626"/>
                      <a:pt x="1681126" y="1270078"/>
                    </a:cubicBezTo>
                    <a:cubicBezTo>
                      <a:pt x="1648103" y="1263371"/>
                      <a:pt x="1614565" y="1257179"/>
                      <a:pt x="1581542" y="1249955"/>
                    </a:cubicBezTo>
                    <a:cubicBezTo>
                      <a:pt x="1571223" y="1247375"/>
                      <a:pt x="1561935" y="1241184"/>
                      <a:pt x="1552647" y="1236024"/>
                    </a:cubicBezTo>
                    <a:cubicBezTo>
                      <a:pt x="1545940" y="1232412"/>
                      <a:pt x="1542328" y="1232928"/>
                      <a:pt x="1538200" y="1240152"/>
                    </a:cubicBezTo>
                    <a:cubicBezTo>
                      <a:pt x="1519109" y="1275238"/>
                      <a:pt x="1497954" y="1309293"/>
                      <a:pt x="1473187" y="1340767"/>
                    </a:cubicBezTo>
                    <a:cubicBezTo>
                      <a:pt x="1467511" y="1347991"/>
                      <a:pt x="1466479" y="1352635"/>
                      <a:pt x="1475251" y="1358310"/>
                    </a:cubicBezTo>
                    <a:cubicBezTo>
                      <a:pt x="1502598" y="1375854"/>
                      <a:pt x="1516013" y="1405264"/>
                      <a:pt x="1535104" y="1430031"/>
                    </a:cubicBezTo>
                    <a:cubicBezTo>
                      <a:pt x="1538716" y="1434675"/>
                      <a:pt x="1541812" y="1439835"/>
                      <a:pt x="1545424" y="1444995"/>
                    </a:cubicBezTo>
                    <a:cubicBezTo>
                      <a:pt x="1566063" y="1474921"/>
                      <a:pt x="1565031" y="1464602"/>
                      <a:pt x="1542844" y="1489885"/>
                    </a:cubicBezTo>
                    <a:cubicBezTo>
                      <a:pt x="1526849" y="1508460"/>
                      <a:pt x="1508273" y="1524971"/>
                      <a:pt x="1491246" y="1542514"/>
                    </a:cubicBezTo>
                    <a:cubicBezTo>
                      <a:pt x="1485054" y="1549222"/>
                      <a:pt x="1479895" y="1549222"/>
                      <a:pt x="1472155" y="1544062"/>
                    </a:cubicBezTo>
                    <a:cubicBezTo>
                      <a:pt x="1446356" y="1526519"/>
                      <a:pt x="1420041" y="1508976"/>
                      <a:pt x="1393726" y="1491948"/>
                    </a:cubicBezTo>
                    <a:cubicBezTo>
                      <a:pt x="1383923" y="1485241"/>
                      <a:pt x="1377215" y="1475437"/>
                      <a:pt x="1369992" y="1466666"/>
                    </a:cubicBezTo>
                    <a:cubicBezTo>
                      <a:pt x="1364316" y="1459958"/>
                      <a:pt x="1359672" y="1458926"/>
                      <a:pt x="1352964" y="1464602"/>
                    </a:cubicBezTo>
                    <a:cubicBezTo>
                      <a:pt x="1322005" y="1489885"/>
                      <a:pt x="1288983" y="1512588"/>
                      <a:pt x="1254413" y="1532711"/>
                    </a:cubicBezTo>
                    <a:cubicBezTo>
                      <a:pt x="1249769" y="1535291"/>
                      <a:pt x="1244609" y="1537871"/>
                      <a:pt x="1248737" y="1544578"/>
                    </a:cubicBezTo>
                    <a:cubicBezTo>
                      <a:pt x="1272472" y="1580181"/>
                      <a:pt x="1274020" y="1622491"/>
                      <a:pt x="1284339" y="1662221"/>
                    </a:cubicBezTo>
                    <a:cubicBezTo>
                      <a:pt x="1290531" y="1685440"/>
                      <a:pt x="1292079" y="1682344"/>
                      <a:pt x="1268860" y="1693180"/>
                    </a:cubicBezTo>
                    <a:cubicBezTo>
                      <a:pt x="1244609" y="1704531"/>
                      <a:pt x="1219842" y="1714335"/>
                      <a:pt x="1195591" y="1724654"/>
                    </a:cubicBezTo>
                    <a:cubicBezTo>
                      <a:pt x="1187851" y="1727750"/>
                      <a:pt x="1183208" y="1726718"/>
                      <a:pt x="1178564" y="1719495"/>
                    </a:cubicBezTo>
                    <a:cubicBezTo>
                      <a:pt x="1161021" y="1692664"/>
                      <a:pt x="1142962" y="1666865"/>
                      <a:pt x="1125418" y="1640034"/>
                    </a:cubicBezTo>
                    <a:cubicBezTo>
                      <a:pt x="1118711" y="1629715"/>
                      <a:pt x="1116131" y="1617847"/>
                      <a:pt x="1113035" y="1606496"/>
                    </a:cubicBezTo>
                    <a:cubicBezTo>
                      <a:pt x="1110971" y="1599272"/>
                      <a:pt x="1107359" y="1597208"/>
                      <a:pt x="1099619" y="1599272"/>
                    </a:cubicBezTo>
                    <a:cubicBezTo>
                      <a:pt x="1060405" y="1611139"/>
                      <a:pt x="1020675" y="1619395"/>
                      <a:pt x="979913" y="1624555"/>
                    </a:cubicBezTo>
                    <a:cubicBezTo>
                      <a:pt x="973205" y="1625587"/>
                      <a:pt x="971141" y="1628682"/>
                      <a:pt x="972173" y="1634874"/>
                    </a:cubicBezTo>
                    <a:cubicBezTo>
                      <a:pt x="979397" y="1680280"/>
                      <a:pt x="962885" y="1723106"/>
                      <a:pt x="957726" y="1767481"/>
                    </a:cubicBezTo>
                    <a:cubicBezTo>
                      <a:pt x="956694" y="1775220"/>
                      <a:pt x="952566" y="1777800"/>
                      <a:pt x="945858" y="1777800"/>
                    </a:cubicBezTo>
                    <a:cubicBezTo>
                      <a:pt x="929347" y="1778316"/>
                      <a:pt x="912320" y="1779348"/>
                      <a:pt x="895808" y="1779864"/>
                    </a:cubicBezTo>
                    <a:cubicBezTo>
                      <a:pt x="894776" y="1776252"/>
                      <a:pt x="894776" y="1776252"/>
                      <a:pt x="894776" y="1775736"/>
                    </a:cubicBezTo>
                    <a:close/>
                    <a:moveTo>
                      <a:pt x="890648" y="1454798"/>
                    </a:moveTo>
                    <a:cubicBezTo>
                      <a:pt x="1199203" y="1449638"/>
                      <a:pt x="1454096" y="1207645"/>
                      <a:pt x="1452548" y="884127"/>
                    </a:cubicBezTo>
                    <a:cubicBezTo>
                      <a:pt x="1451516" y="575057"/>
                      <a:pt x="1205395" y="320164"/>
                      <a:pt x="881361" y="322228"/>
                    </a:cubicBezTo>
                    <a:cubicBezTo>
                      <a:pt x="571775" y="324292"/>
                      <a:pt x="318429" y="570929"/>
                      <a:pt x="320494" y="893415"/>
                    </a:cubicBezTo>
                    <a:cubicBezTo>
                      <a:pt x="323073" y="1202485"/>
                      <a:pt x="569195" y="1452218"/>
                      <a:pt x="890648" y="1454798"/>
                    </a:cubicBezTo>
                    <a:close/>
                  </a:path>
                </a:pathLst>
              </a:custGeom>
              <a:grpFill/>
              <a:ln w="515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6F66AB02-A030-4AD1-9F74-1D06F453FF8F}"/>
                  </a:ext>
                </a:extLst>
              </p:cNvPr>
              <p:cNvSpPr/>
              <p:nvPr/>
            </p:nvSpPr>
            <p:spPr>
              <a:xfrm>
                <a:off x="3733675" y="2339591"/>
                <a:ext cx="835883" cy="835883"/>
              </a:xfrm>
              <a:custGeom>
                <a:avLst/>
                <a:gdLst>
                  <a:gd name="connsiteX0" fmla="*/ 836916 w 835883"/>
                  <a:gd name="connsiteY0" fmla="*/ 418458 h 835883"/>
                  <a:gd name="connsiteX1" fmla="*/ 418459 w 835883"/>
                  <a:gd name="connsiteY1" fmla="*/ 836399 h 835883"/>
                  <a:gd name="connsiteX2" fmla="*/ 1 w 835883"/>
                  <a:gd name="connsiteY2" fmla="*/ 417426 h 835883"/>
                  <a:gd name="connsiteX3" fmla="*/ 418975 w 835883"/>
                  <a:gd name="connsiteY3" fmla="*/ 0 h 835883"/>
                  <a:gd name="connsiteX4" fmla="*/ 836916 w 835883"/>
                  <a:gd name="connsiteY4" fmla="*/ 418458 h 83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83" h="835883">
                    <a:moveTo>
                      <a:pt x="836916" y="418458"/>
                    </a:moveTo>
                    <a:cubicBezTo>
                      <a:pt x="833821" y="651679"/>
                      <a:pt x="651165" y="836915"/>
                      <a:pt x="418459" y="836399"/>
                    </a:cubicBezTo>
                    <a:cubicBezTo>
                      <a:pt x="182657" y="836399"/>
                      <a:pt x="-515" y="649615"/>
                      <a:pt x="1" y="417426"/>
                    </a:cubicBezTo>
                    <a:cubicBezTo>
                      <a:pt x="517" y="181624"/>
                      <a:pt x="187301" y="0"/>
                      <a:pt x="418975" y="0"/>
                    </a:cubicBezTo>
                    <a:cubicBezTo>
                      <a:pt x="651680" y="516"/>
                      <a:pt x="833821" y="186268"/>
                      <a:pt x="836916" y="418458"/>
                    </a:cubicBezTo>
                    <a:close/>
                  </a:path>
                </a:pathLst>
              </a:custGeom>
              <a:grpFill/>
              <a:ln w="5155" cap="flat">
                <a:noFill/>
                <a:prstDash val="solid"/>
                <a:miter/>
              </a:ln>
            </p:spPr>
            <p:txBody>
              <a:bodyPr rtlCol="0" anchor="ctr"/>
              <a:lstStyle/>
              <a:p>
                <a:endParaRPr lang="en-US"/>
              </a:p>
            </p:txBody>
          </p:sp>
        </p:grpSp>
      </p:grpSp>
      <p:sp>
        <p:nvSpPr>
          <p:cNvPr id="72" name="Freeform: Shape 71">
            <a:extLst>
              <a:ext uri="{FF2B5EF4-FFF2-40B4-BE49-F238E27FC236}">
                <a16:creationId xmlns:a16="http://schemas.microsoft.com/office/drawing/2014/main" id="{1C980EF8-E09C-4F4B-BF9F-49F28E94B6ED}"/>
              </a:ext>
            </a:extLst>
          </p:cNvPr>
          <p:cNvSpPr/>
          <p:nvPr userDrawn="1"/>
        </p:nvSpPr>
        <p:spPr>
          <a:xfrm>
            <a:off x="8809094" y="351406"/>
            <a:ext cx="577306" cy="577307"/>
          </a:xfrm>
          <a:custGeom>
            <a:avLst/>
            <a:gdLst>
              <a:gd name="connsiteX0" fmla="*/ 686157 w 1243505"/>
              <a:gd name="connsiteY0" fmla="*/ 1016068 h 1243505"/>
              <a:gd name="connsiteX1" fmla="*/ 560258 w 1243505"/>
              <a:gd name="connsiteY1" fmla="*/ 1016068 h 1243505"/>
              <a:gd name="connsiteX2" fmla="*/ 545811 w 1243505"/>
              <a:gd name="connsiteY2" fmla="*/ 1026903 h 1243505"/>
              <a:gd name="connsiteX3" fmla="*/ 533944 w 1243505"/>
              <a:gd name="connsiteY3" fmla="*/ 1088821 h 1243505"/>
              <a:gd name="connsiteX4" fmla="*/ 505565 w 1243505"/>
              <a:gd name="connsiteY4" fmla="*/ 1169829 h 1243505"/>
              <a:gd name="connsiteX5" fmla="*/ 469447 w 1243505"/>
              <a:gd name="connsiteY5" fmla="*/ 1240002 h 1243505"/>
              <a:gd name="connsiteX6" fmla="*/ 452935 w 1243505"/>
              <a:gd name="connsiteY6" fmla="*/ 1246710 h 1243505"/>
              <a:gd name="connsiteX7" fmla="*/ 305366 w 1243505"/>
              <a:gd name="connsiteY7" fmla="*/ 1185824 h 1243505"/>
              <a:gd name="connsiteX8" fmla="*/ 298142 w 1243505"/>
              <a:gd name="connsiteY8" fmla="*/ 1168281 h 1243505"/>
              <a:gd name="connsiteX9" fmla="*/ 333744 w 1243505"/>
              <a:gd name="connsiteY9" fmla="*/ 1059410 h 1243505"/>
              <a:gd name="connsiteX10" fmla="*/ 342000 w 1243505"/>
              <a:gd name="connsiteY10" fmla="*/ 1043415 h 1243505"/>
              <a:gd name="connsiteX11" fmla="*/ 395662 w 1243505"/>
              <a:gd name="connsiteY11" fmla="*/ 962922 h 1243505"/>
              <a:gd name="connsiteX12" fmla="*/ 393598 w 1243505"/>
              <a:gd name="connsiteY12" fmla="*/ 947959 h 1243505"/>
              <a:gd name="connsiteX13" fmla="*/ 299174 w 1243505"/>
              <a:gd name="connsiteY13" fmla="*/ 853535 h 1243505"/>
              <a:gd name="connsiteX14" fmla="*/ 285243 w 1243505"/>
              <a:gd name="connsiteY14" fmla="*/ 851471 h 1243505"/>
              <a:gd name="connsiteX15" fmla="*/ 230549 w 1243505"/>
              <a:gd name="connsiteY15" fmla="*/ 888106 h 1243505"/>
              <a:gd name="connsiteX16" fmla="*/ 148509 w 1243505"/>
              <a:gd name="connsiteY16" fmla="*/ 926804 h 1243505"/>
              <a:gd name="connsiteX17" fmla="*/ 78852 w 1243505"/>
              <a:gd name="connsiteY17" fmla="*/ 949507 h 1243505"/>
              <a:gd name="connsiteX18" fmla="*/ 62340 w 1243505"/>
              <a:gd name="connsiteY18" fmla="*/ 942799 h 1243505"/>
              <a:gd name="connsiteX19" fmla="*/ 939 w 1243505"/>
              <a:gd name="connsiteY19" fmla="*/ 794198 h 1243505"/>
              <a:gd name="connsiteX20" fmla="*/ 7131 w 1243505"/>
              <a:gd name="connsiteY20" fmla="*/ 778718 h 1243505"/>
              <a:gd name="connsiteX21" fmla="*/ 114454 w 1243505"/>
              <a:gd name="connsiteY21" fmla="*/ 725056 h 1243505"/>
              <a:gd name="connsiteX22" fmla="*/ 189787 w 1243505"/>
              <a:gd name="connsiteY22" fmla="*/ 708545 h 1243505"/>
              <a:gd name="connsiteX23" fmla="*/ 221261 w 1243505"/>
              <a:gd name="connsiteY23" fmla="*/ 702354 h 1243505"/>
              <a:gd name="connsiteX24" fmla="*/ 231581 w 1243505"/>
              <a:gd name="connsiteY24" fmla="*/ 688938 h 1243505"/>
              <a:gd name="connsiteX25" fmla="*/ 225905 w 1243505"/>
              <a:gd name="connsiteY25" fmla="*/ 631149 h 1243505"/>
              <a:gd name="connsiteX26" fmla="*/ 231581 w 1243505"/>
              <a:gd name="connsiteY26" fmla="*/ 559428 h 1243505"/>
              <a:gd name="connsiteX27" fmla="*/ 220745 w 1243505"/>
              <a:gd name="connsiteY27" fmla="*/ 544980 h 1243505"/>
              <a:gd name="connsiteX28" fmla="*/ 172760 w 1243505"/>
              <a:gd name="connsiteY28" fmla="*/ 535693 h 1243505"/>
              <a:gd name="connsiteX29" fmla="*/ 27770 w 1243505"/>
              <a:gd name="connsiteY29" fmla="*/ 478419 h 1243505"/>
              <a:gd name="connsiteX30" fmla="*/ 8163 w 1243505"/>
              <a:gd name="connsiteY30" fmla="*/ 431465 h 1243505"/>
              <a:gd name="connsiteX31" fmla="*/ 62340 w 1243505"/>
              <a:gd name="connsiteY31" fmla="*/ 305051 h 1243505"/>
              <a:gd name="connsiteX32" fmla="*/ 79884 w 1243505"/>
              <a:gd name="connsiteY32" fmla="*/ 297827 h 1243505"/>
              <a:gd name="connsiteX33" fmla="*/ 188755 w 1243505"/>
              <a:gd name="connsiteY33" fmla="*/ 333430 h 1243505"/>
              <a:gd name="connsiteX34" fmla="*/ 204750 w 1243505"/>
              <a:gd name="connsiteY34" fmla="*/ 341685 h 1243505"/>
              <a:gd name="connsiteX35" fmla="*/ 285243 w 1243505"/>
              <a:gd name="connsiteY35" fmla="*/ 395347 h 1243505"/>
              <a:gd name="connsiteX36" fmla="*/ 300206 w 1243505"/>
              <a:gd name="connsiteY36" fmla="*/ 393283 h 1243505"/>
              <a:gd name="connsiteX37" fmla="*/ 393598 w 1243505"/>
              <a:gd name="connsiteY37" fmla="*/ 299891 h 1243505"/>
              <a:gd name="connsiteX38" fmla="*/ 395662 w 1243505"/>
              <a:gd name="connsiteY38" fmla="*/ 283896 h 1243505"/>
              <a:gd name="connsiteX39" fmla="*/ 353352 w 1243505"/>
              <a:gd name="connsiteY39" fmla="*/ 220947 h 1243505"/>
              <a:gd name="connsiteX40" fmla="*/ 325489 w 1243505"/>
              <a:gd name="connsiteY40" fmla="*/ 162125 h 1243505"/>
              <a:gd name="connsiteX41" fmla="*/ 299690 w 1243505"/>
              <a:gd name="connsiteY41" fmla="*/ 82665 h 1243505"/>
              <a:gd name="connsiteX42" fmla="*/ 307946 w 1243505"/>
              <a:gd name="connsiteY42" fmla="*/ 61510 h 1243505"/>
              <a:gd name="connsiteX43" fmla="*/ 451903 w 1243505"/>
              <a:gd name="connsiteY43" fmla="*/ 2172 h 1243505"/>
              <a:gd name="connsiteX44" fmla="*/ 470478 w 1243505"/>
              <a:gd name="connsiteY44" fmla="*/ 9396 h 1243505"/>
              <a:gd name="connsiteX45" fmla="*/ 522076 w 1243505"/>
              <a:gd name="connsiteY45" fmla="*/ 111559 h 1243505"/>
              <a:gd name="connsiteX46" fmla="*/ 537555 w 1243505"/>
              <a:gd name="connsiteY46" fmla="*/ 177605 h 1243505"/>
              <a:gd name="connsiteX47" fmla="*/ 546843 w 1243505"/>
              <a:gd name="connsiteY47" fmla="*/ 223011 h 1243505"/>
              <a:gd name="connsiteX48" fmla="*/ 559227 w 1243505"/>
              <a:gd name="connsiteY48" fmla="*/ 231782 h 1243505"/>
              <a:gd name="connsiteX49" fmla="*/ 688737 w 1243505"/>
              <a:gd name="connsiteY49" fmla="*/ 231782 h 1243505"/>
              <a:gd name="connsiteX50" fmla="*/ 704216 w 1243505"/>
              <a:gd name="connsiteY50" fmla="*/ 220431 h 1243505"/>
              <a:gd name="connsiteX51" fmla="*/ 716600 w 1243505"/>
              <a:gd name="connsiteY51" fmla="*/ 156966 h 1243505"/>
              <a:gd name="connsiteX52" fmla="*/ 743430 w 1243505"/>
              <a:gd name="connsiteY52" fmla="*/ 79569 h 1243505"/>
              <a:gd name="connsiteX53" fmla="*/ 780065 w 1243505"/>
              <a:gd name="connsiteY53" fmla="*/ 8364 h 1243505"/>
              <a:gd name="connsiteX54" fmla="*/ 797092 w 1243505"/>
              <a:gd name="connsiteY54" fmla="*/ 1140 h 1243505"/>
              <a:gd name="connsiteX55" fmla="*/ 944146 w 1243505"/>
              <a:gd name="connsiteY55" fmla="*/ 62542 h 1243505"/>
              <a:gd name="connsiteX56" fmla="*/ 950853 w 1243505"/>
              <a:gd name="connsiteY56" fmla="*/ 79053 h 1243505"/>
              <a:gd name="connsiteX57" fmla="*/ 914735 w 1243505"/>
              <a:gd name="connsiteY57" fmla="*/ 189472 h 1243505"/>
              <a:gd name="connsiteX58" fmla="*/ 906479 w 1243505"/>
              <a:gd name="connsiteY58" fmla="*/ 205467 h 1243505"/>
              <a:gd name="connsiteX59" fmla="*/ 853334 w 1243505"/>
              <a:gd name="connsiteY59" fmla="*/ 284928 h 1243505"/>
              <a:gd name="connsiteX60" fmla="*/ 855398 w 1243505"/>
              <a:gd name="connsiteY60" fmla="*/ 300923 h 1243505"/>
              <a:gd name="connsiteX61" fmla="*/ 948789 w 1243505"/>
              <a:gd name="connsiteY61" fmla="*/ 394315 h 1243505"/>
              <a:gd name="connsiteX62" fmla="*/ 963753 w 1243505"/>
              <a:gd name="connsiteY62" fmla="*/ 396379 h 1243505"/>
              <a:gd name="connsiteX63" fmla="*/ 1015866 w 1243505"/>
              <a:gd name="connsiteY63" fmla="*/ 360777 h 1243505"/>
              <a:gd name="connsiteX64" fmla="*/ 1099971 w 1243505"/>
              <a:gd name="connsiteY64" fmla="*/ 320530 h 1243505"/>
              <a:gd name="connsiteX65" fmla="*/ 1168596 w 1243505"/>
              <a:gd name="connsiteY65" fmla="*/ 298343 h 1243505"/>
              <a:gd name="connsiteX66" fmla="*/ 1186139 w 1243505"/>
              <a:gd name="connsiteY66" fmla="*/ 305567 h 1243505"/>
              <a:gd name="connsiteX67" fmla="*/ 1247024 w 1243505"/>
              <a:gd name="connsiteY67" fmla="*/ 453136 h 1243505"/>
              <a:gd name="connsiteX68" fmla="*/ 1240317 w 1243505"/>
              <a:gd name="connsiteY68" fmla="*/ 469648 h 1243505"/>
              <a:gd name="connsiteX69" fmla="*/ 1135573 w 1243505"/>
              <a:gd name="connsiteY69" fmla="*/ 522277 h 1243505"/>
              <a:gd name="connsiteX70" fmla="*/ 1059209 w 1243505"/>
              <a:gd name="connsiteY70" fmla="*/ 539821 h 1243505"/>
              <a:gd name="connsiteX71" fmla="*/ 1040117 w 1243505"/>
              <a:gd name="connsiteY71" fmla="*/ 543433 h 1243505"/>
              <a:gd name="connsiteX72" fmla="*/ 1017930 w 1243505"/>
              <a:gd name="connsiteY72" fmla="*/ 572843 h 1243505"/>
              <a:gd name="connsiteX73" fmla="*/ 1016383 w 1243505"/>
              <a:gd name="connsiteY73" fmla="*/ 688422 h 1243505"/>
              <a:gd name="connsiteX74" fmla="*/ 1028250 w 1243505"/>
              <a:gd name="connsiteY74" fmla="*/ 703386 h 1243505"/>
              <a:gd name="connsiteX75" fmla="*/ 1118030 w 1243505"/>
              <a:gd name="connsiteY75" fmla="*/ 720929 h 1243505"/>
              <a:gd name="connsiteX76" fmla="*/ 1142281 w 1243505"/>
              <a:gd name="connsiteY76" fmla="*/ 729184 h 1243505"/>
              <a:gd name="connsiteX77" fmla="*/ 1237737 w 1243505"/>
              <a:gd name="connsiteY77" fmla="*/ 777686 h 1243505"/>
              <a:gd name="connsiteX78" fmla="*/ 1246508 w 1243505"/>
              <a:gd name="connsiteY78" fmla="*/ 797809 h 1243505"/>
              <a:gd name="connsiteX79" fmla="*/ 1186655 w 1243505"/>
              <a:gd name="connsiteY79" fmla="*/ 941767 h 1243505"/>
              <a:gd name="connsiteX80" fmla="*/ 1167564 w 1243505"/>
              <a:gd name="connsiteY80" fmla="*/ 950023 h 1243505"/>
              <a:gd name="connsiteX81" fmla="*/ 1062304 w 1243505"/>
              <a:gd name="connsiteY81" fmla="*/ 915452 h 1243505"/>
              <a:gd name="connsiteX82" fmla="*/ 1042697 w 1243505"/>
              <a:gd name="connsiteY82" fmla="*/ 905649 h 1243505"/>
              <a:gd name="connsiteX83" fmla="*/ 963237 w 1243505"/>
              <a:gd name="connsiteY83" fmla="*/ 852503 h 1243505"/>
              <a:gd name="connsiteX84" fmla="*/ 947241 w 1243505"/>
              <a:gd name="connsiteY84" fmla="*/ 855083 h 1243505"/>
              <a:gd name="connsiteX85" fmla="*/ 855914 w 1243505"/>
              <a:gd name="connsiteY85" fmla="*/ 946927 h 1243505"/>
              <a:gd name="connsiteX86" fmla="*/ 853850 w 1243505"/>
              <a:gd name="connsiteY86" fmla="*/ 966018 h 1243505"/>
              <a:gd name="connsiteX87" fmla="*/ 890484 w 1243505"/>
              <a:gd name="connsiteY87" fmla="*/ 1020711 h 1243505"/>
              <a:gd name="connsiteX88" fmla="*/ 925054 w 1243505"/>
              <a:gd name="connsiteY88" fmla="*/ 1093464 h 1243505"/>
              <a:gd name="connsiteX89" fmla="*/ 949821 w 1243505"/>
              <a:gd name="connsiteY89" fmla="*/ 1169313 h 1243505"/>
              <a:gd name="connsiteX90" fmla="*/ 943114 w 1243505"/>
              <a:gd name="connsiteY90" fmla="*/ 1185824 h 1243505"/>
              <a:gd name="connsiteX91" fmla="*/ 794512 w 1243505"/>
              <a:gd name="connsiteY91" fmla="*/ 1247226 h 1243505"/>
              <a:gd name="connsiteX92" fmla="*/ 779033 w 1243505"/>
              <a:gd name="connsiteY92" fmla="*/ 1241034 h 1243505"/>
              <a:gd name="connsiteX93" fmla="*/ 724855 w 1243505"/>
              <a:gd name="connsiteY93" fmla="*/ 1134226 h 1243505"/>
              <a:gd name="connsiteX94" fmla="*/ 718148 w 1243505"/>
              <a:gd name="connsiteY94" fmla="*/ 1105332 h 1243505"/>
              <a:gd name="connsiteX95" fmla="*/ 703184 w 1243505"/>
              <a:gd name="connsiteY95" fmla="*/ 1031031 h 1243505"/>
              <a:gd name="connsiteX96" fmla="*/ 686157 w 1243505"/>
              <a:gd name="connsiteY96" fmla="*/ 1016068 h 1243505"/>
              <a:gd name="connsiteX97" fmla="*/ 624240 w 1243505"/>
              <a:gd name="connsiteY97" fmla="*/ 791102 h 1243505"/>
              <a:gd name="connsiteX98" fmla="*/ 790900 w 1243505"/>
              <a:gd name="connsiteY98" fmla="*/ 623925 h 1243505"/>
              <a:gd name="connsiteX99" fmla="*/ 624240 w 1243505"/>
              <a:gd name="connsiteY99" fmla="*/ 458296 h 1243505"/>
              <a:gd name="connsiteX100" fmla="*/ 458095 w 1243505"/>
              <a:gd name="connsiteY100" fmla="*/ 624441 h 1243505"/>
              <a:gd name="connsiteX101" fmla="*/ 624240 w 1243505"/>
              <a:gd name="connsiteY101" fmla="*/ 791102 h 124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1243505" h="1243505">
                <a:moveTo>
                  <a:pt x="686157" y="1016068"/>
                </a:moveTo>
                <a:cubicBezTo>
                  <a:pt x="644363" y="1024840"/>
                  <a:pt x="602053" y="1021743"/>
                  <a:pt x="560258" y="1016068"/>
                </a:cubicBezTo>
                <a:cubicBezTo>
                  <a:pt x="550455" y="1015036"/>
                  <a:pt x="547359" y="1018132"/>
                  <a:pt x="545811" y="1026903"/>
                </a:cubicBezTo>
                <a:cubicBezTo>
                  <a:pt x="542199" y="1047542"/>
                  <a:pt x="537039" y="1068181"/>
                  <a:pt x="533944" y="1088821"/>
                </a:cubicBezTo>
                <a:cubicBezTo>
                  <a:pt x="529816" y="1117715"/>
                  <a:pt x="519496" y="1144030"/>
                  <a:pt x="505565" y="1169829"/>
                </a:cubicBezTo>
                <a:cubicBezTo>
                  <a:pt x="492666" y="1192532"/>
                  <a:pt x="481314" y="1216267"/>
                  <a:pt x="469447" y="1240002"/>
                </a:cubicBezTo>
                <a:cubicBezTo>
                  <a:pt x="465835" y="1247741"/>
                  <a:pt x="461191" y="1249290"/>
                  <a:pt x="452935" y="1246710"/>
                </a:cubicBezTo>
                <a:cubicBezTo>
                  <a:pt x="401853" y="1231230"/>
                  <a:pt x="352836" y="1211107"/>
                  <a:pt x="305366" y="1185824"/>
                </a:cubicBezTo>
                <a:cubicBezTo>
                  <a:pt x="297110" y="1181696"/>
                  <a:pt x="295562" y="1177053"/>
                  <a:pt x="298142" y="1168281"/>
                </a:cubicBezTo>
                <a:cubicBezTo>
                  <a:pt x="310525" y="1132163"/>
                  <a:pt x="321877" y="1095528"/>
                  <a:pt x="333744" y="1059410"/>
                </a:cubicBezTo>
                <a:cubicBezTo>
                  <a:pt x="335808" y="1053734"/>
                  <a:pt x="338904" y="1048574"/>
                  <a:pt x="342000" y="1043415"/>
                </a:cubicBezTo>
                <a:cubicBezTo>
                  <a:pt x="360059" y="1016584"/>
                  <a:pt x="377602" y="989753"/>
                  <a:pt x="395662" y="962922"/>
                </a:cubicBezTo>
                <a:cubicBezTo>
                  <a:pt x="399790" y="956730"/>
                  <a:pt x="399790" y="952603"/>
                  <a:pt x="393598" y="947959"/>
                </a:cubicBezTo>
                <a:cubicBezTo>
                  <a:pt x="356963" y="921644"/>
                  <a:pt x="326005" y="889653"/>
                  <a:pt x="299174" y="853535"/>
                </a:cubicBezTo>
                <a:cubicBezTo>
                  <a:pt x="295046" y="847859"/>
                  <a:pt x="290918" y="847859"/>
                  <a:pt x="285243" y="851471"/>
                </a:cubicBezTo>
                <a:cubicBezTo>
                  <a:pt x="267183" y="863855"/>
                  <a:pt x="248092" y="875206"/>
                  <a:pt x="230549" y="888106"/>
                </a:cubicBezTo>
                <a:cubicBezTo>
                  <a:pt x="205782" y="906681"/>
                  <a:pt x="178435" y="918548"/>
                  <a:pt x="148509" y="926804"/>
                </a:cubicBezTo>
                <a:cubicBezTo>
                  <a:pt x="124774" y="933511"/>
                  <a:pt x="101555" y="941767"/>
                  <a:pt x="78852" y="949507"/>
                </a:cubicBezTo>
                <a:cubicBezTo>
                  <a:pt x="71112" y="952087"/>
                  <a:pt x="66468" y="950539"/>
                  <a:pt x="62340" y="942799"/>
                </a:cubicBezTo>
                <a:cubicBezTo>
                  <a:pt x="36541" y="895329"/>
                  <a:pt x="15902" y="845795"/>
                  <a:pt x="939" y="794198"/>
                </a:cubicBezTo>
                <a:cubicBezTo>
                  <a:pt x="-1125" y="786458"/>
                  <a:pt x="-93" y="782330"/>
                  <a:pt x="7131" y="778718"/>
                </a:cubicBezTo>
                <a:cubicBezTo>
                  <a:pt x="42733" y="760659"/>
                  <a:pt x="77820" y="741052"/>
                  <a:pt x="114454" y="725056"/>
                </a:cubicBezTo>
                <a:cubicBezTo>
                  <a:pt x="137673" y="714737"/>
                  <a:pt x="164504" y="714221"/>
                  <a:pt x="189787" y="708545"/>
                </a:cubicBezTo>
                <a:cubicBezTo>
                  <a:pt x="200106" y="705965"/>
                  <a:pt x="210942" y="704417"/>
                  <a:pt x="221261" y="702354"/>
                </a:cubicBezTo>
                <a:cubicBezTo>
                  <a:pt x="229001" y="700806"/>
                  <a:pt x="233129" y="698226"/>
                  <a:pt x="231581" y="688938"/>
                </a:cubicBezTo>
                <a:cubicBezTo>
                  <a:pt x="229001" y="669847"/>
                  <a:pt x="226937" y="650756"/>
                  <a:pt x="225905" y="631149"/>
                </a:cubicBezTo>
                <a:cubicBezTo>
                  <a:pt x="224873" y="606898"/>
                  <a:pt x="229517" y="583163"/>
                  <a:pt x="231581" y="559428"/>
                </a:cubicBezTo>
                <a:cubicBezTo>
                  <a:pt x="232613" y="549624"/>
                  <a:pt x="229001" y="546528"/>
                  <a:pt x="220745" y="544980"/>
                </a:cubicBezTo>
                <a:cubicBezTo>
                  <a:pt x="204750" y="542401"/>
                  <a:pt x="188755" y="537757"/>
                  <a:pt x="172760" y="535693"/>
                </a:cubicBezTo>
                <a:cubicBezTo>
                  <a:pt x="118582" y="530533"/>
                  <a:pt x="74208" y="502154"/>
                  <a:pt x="27770" y="478419"/>
                </a:cubicBezTo>
                <a:cubicBezTo>
                  <a:pt x="-2157" y="463456"/>
                  <a:pt x="-1125" y="463456"/>
                  <a:pt x="8163" y="431465"/>
                </a:cubicBezTo>
                <a:cubicBezTo>
                  <a:pt x="21062" y="387091"/>
                  <a:pt x="41701" y="345813"/>
                  <a:pt x="62340" y="305051"/>
                </a:cubicBezTo>
                <a:cubicBezTo>
                  <a:pt x="66468" y="296795"/>
                  <a:pt x="71112" y="295247"/>
                  <a:pt x="79884" y="297827"/>
                </a:cubicBezTo>
                <a:cubicBezTo>
                  <a:pt x="116002" y="310211"/>
                  <a:pt x="152636" y="321562"/>
                  <a:pt x="188755" y="333430"/>
                </a:cubicBezTo>
                <a:cubicBezTo>
                  <a:pt x="194430" y="335494"/>
                  <a:pt x="199590" y="338589"/>
                  <a:pt x="204750" y="341685"/>
                </a:cubicBezTo>
                <a:cubicBezTo>
                  <a:pt x="231581" y="359745"/>
                  <a:pt x="258412" y="377288"/>
                  <a:pt x="285243" y="395347"/>
                </a:cubicBezTo>
                <a:cubicBezTo>
                  <a:pt x="291434" y="399475"/>
                  <a:pt x="295562" y="399475"/>
                  <a:pt x="300206" y="393283"/>
                </a:cubicBezTo>
                <a:cubicBezTo>
                  <a:pt x="326521" y="357165"/>
                  <a:pt x="357479" y="326206"/>
                  <a:pt x="393598" y="299891"/>
                </a:cubicBezTo>
                <a:cubicBezTo>
                  <a:pt x="400305" y="294731"/>
                  <a:pt x="399790" y="290604"/>
                  <a:pt x="395662" y="283896"/>
                </a:cubicBezTo>
                <a:cubicBezTo>
                  <a:pt x="381214" y="263257"/>
                  <a:pt x="367799" y="241586"/>
                  <a:pt x="353352" y="220947"/>
                </a:cubicBezTo>
                <a:cubicBezTo>
                  <a:pt x="340452" y="202887"/>
                  <a:pt x="331681" y="183280"/>
                  <a:pt x="325489" y="162125"/>
                </a:cubicBezTo>
                <a:cubicBezTo>
                  <a:pt x="317749" y="135294"/>
                  <a:pt x="308978" y="108980"/>
                  <a:pt x="299690" y="82665"/>
                </a:cubicBezTo>
                <a:cubicBezTo>
                  <a:pt x="296078" y="72345"/>
                  <a:pt x="297626" y="66669"/>
                  <a:pt x="307946" y="61510"/>
                </a:cubicBezTo>
                <a:cubicBezTo>
                  <a:pt x="353867" y="37259"/>
                  <a:pt x="401853" y="17136"/>
                  <a:pt x="451903" y="2172"/>
                </a:cubicBezTo>
                <a:cubicBezTo>
                  <a:pt x="461191" y="-408"/>
                  <a:pt x="465835" y="624"/>
                  <a:pt x="470478" y="9396"/>
                </a:cubicBezTo>
                <a:cubicBezTo>
                  <a:pt x="487506" y="43451"/>
                  <a:pt x="505565" y="77505"/>
                  <a:pt x="522076" y="111559"/>
                </a:cubicBezTo>
                <a:cubicBezTo>
                  <a:pt x="531880" y="132199"/>
                  <a:pt x="532396" y="155934"/>
                  <a:pt x="537555" y="177605"/>
                </a:cubicBezTo>
                <a:cubicBezTo>
                  <a:pt x="541167" y="192568"/>
                  <a:pt x="543747" y="208047"/>
                  <a:pt x="546843" y="223011"/>
                </a:cubicBezTo>
                <a:cubicBezTo>
                  <a:pt x="548391" y="230234"/>
                  <a:pt x="550971" y="232814"/>
                  <a:pt x="559227" y="231782"/>
                </a:cubicBezTo>
                <a:cubicBezTo>
                  <a:pt x="602569" y="225590"/>
                  <a:pt x="645395" y="225074"/>
                  <a:pt x="688737" y="231782"/>
                </a:cubicBezTo>
                <a:cubicBezTo>
                  <a:pt x="699056" y="233330"/>
                  <a:pt x="702152" y="229718"/>
                  <a:pt x="704216" y="220431"/>
                </a:cubicBezTo>
                <a:cubicBezTo>
                  <a:pt x="707828" y="199276"/>
                  <a:pt x="713504" y="178636"/>
                  <a:pt x="716600" y="156966"/>
                </a:cubicBezTo>
                <a:cubicBezTo>
                  <a:pt x="720727" y="129103"/>
                  <a:pt x="730531" y="103820"/>
                  <a:pt x="743430" y="79569"/>
                </a:cubicBezTo>
                <a:cubicBezTo>
                  <a:pt x="756330" y="56350"/>
                  <a:pt x="768197" y="32099"/>
                  <a:pt x="780065" y="8364"/>
                </a:cubicBezTo>
                <a:cubicBezTo>
                  <a:pt x="784193" y="108"/>
                  <a:pt x="788320" y="-1440"/>
                  <a:pt x="797092" y="1140"/>
                </a:cubicBezTo>
                <a:cubicBezTo>
                  <a:pt x="848174" y="16620"/>
                  <a:pt x="897192" y="36743"/>
                  <a:pt x="944146" y="62542"/>
                </a:cubicBezTo>
                <a:cubicBezTo>
                  <a:pt x="951885" y="66669"/>
                  <a:pt x="953949" y="70797"/>
                  <a:pt x="950853" y="79053"/>
                </a:cubicBezTo>
                <a:cubicBezTo>
                  <a:pt x="938470" y="115687"/>
                  <a:pt x="927118" y="152838"/>
                  <a:pt x="914735" y="189472"/>
                </a:cubicBezTo>
                <a:cubicBezTo>
                  <a:pt x="912671" y="195148"/>
                  <a:pt x="909575" y="200308"/>
                  <a:pt x="906479" y="205467"/>
                </a:cubicBezTo>
                <a:cubicBezTo>
                  <a:pt x="888936" y="231782"/>
                  <a:pt x="871393" y="258613"/>
                  <a:pt x="853334" y="284928"/>
                </a:cubicBezTo>
                <a:cubicBezTo>
                  <a:pt x="848690" y="291635"/>
                  <a:pt x="849206" y="296279"/>
                  <a:pt x="855398" y="300923"/>
                </a:cubicBezTo>
                <a:cubicBezTo>
                  <a:pt x="891516" y="327238"/>
                  <a:pt x="922475" y="358713"/>
                  <a:pt x="948789" y="394315"/>
                </a:cubicBezTo>
                <a:cubicBezTo>
                  <a:pt x="953433" y="401023"/>
                  <a:pt x="957561" y="400507"/>
                  <a:pt x="963753" y="396379"/>
                </a:cubicBezTo>
                <a:cubicBezTo>
                  <a:pt x="981296" y="384511"/>
                  <a:pt x="999355" y="373676"/>
                  <a:pt x="1015866" y="360777"/>
                </a:cubicBezTo>
                <a:cubicBezTo>
                  <a:pt x="1041149" y="341685"/>
                  <a:pt x="1069528" y="329302"/>
                  <a:pt x="1099971" y="320530"/>
                </a:cubicBezTo>
                <a:cubicBezTo>
                  <a:pt x="1123190" y="314339"/>
                  <a:pt x="1145893" y="306083"/>
                  <a:pt x="1168596" y="298343"/>
                </a:cubicBezTo>
                <a:cubicBezTo>
                  <a:pt x="1177368" y="295247"/>
                  <a:pt x="1181495" y="297311"/>
                  <a:pt x="1186139" y="305567"/>
                </a:cubicBezTo>
                <a:cubicBezTo>
                  <a:pt x="1211422" y="352521"/>
                  <a:pt x="1232061" y="401539"/>
                  <a:pt x="1247024" y="453136"/>
                </a:cubicBezTo>
                <a:cubicBezTo>
                  <a:pt x="1249604" y="461392"/>
                  <a:pt x="1247540" y="465520"/>
                  <a:pt x="1240317" y="469648"/>
                </a:cubicBezTo>
                <a:cubicBezTo>
                  <a:pt x="1205230" y="487191"/>
                  <a:pt x="1171176" y="506282"/>
                  <a:pt x="1135573" y="522277"/>
                </a:cubicBezTo>
                <a:cubicBezTo>
                  <a:pt x="1111838" y="533113"/>
                  <a:pt x="1084492" y="533629"/>
                  <a:pt x="1059209" y="539821"/>
                </a:cubicBezTo>
                <a:cubicBezTo>
                  <a:pt x="1053017" y="541369"/>
                  <a:pt x="1046309" y="542401"/>
                  <a:pt x="1040117" y="543433"/>
                </a:cubicBezTo>
                <a:cubicBezTo>
                  <a:pt x="1015866" y="548592"/>
                  <a:pt x="1014318" y="548592"/>
                  <a:pt x="1017930" y="572843"/>
                </a:cubicBezTo>
                <a:cubicBezTo>
                  <a:pt x="1024122" y="611541"/>
                  <a:pt x="1021542" y="649724"/>
                  <a:pt x="1016383" y="688422"/>
                </a:cubicBezTo>
                <a:cubicBezTo>
                  <a:pt x="1014835" y="699258"/>
                  <a:pt x="1019478" y="701837"/>
                  <a:pt x="1028250" y="703386"/>
                </a:cubicBezTo>
                <a:cubicBezTo>
                  <a:pt x="1058177" y="709061"/>
                  <a:pt x="1088103" y="715253"/>
                  <a:pt x="1118030" y="720929"/>
                </a:cubicBezTo>
                <a:cubicBezTo>
                  <a:pt x="1126802" y="722477"/>
                  <a:pt x="1134541" y="725572"/>
                  <a:pt x="1142281" y="729184"/>
                </a:cubicBezTo>
                <a:cubicBezTo>
                  <a:pt x="1173756" y="745696"/>
                  <a:pt x="1205746" y="762207"/>
                  <a:pt x="1237737" y="777686"/>
                </a:cubicBezTo>
                <a:cubicBezTo>
                  <a:pt x="1247024" y="782330"/>
                  <a:pt x="1249604" y="786974"/>
                  <a:pt x="1246508" y="797809"/>
                </a:cubicBezTo>
                <a:cubicBezTo>
                  <a:pt x="1231545" y="847859"/>
                  <a:pt x="1211422" y="895329"/>
                  <a:pt x="1186655" y="941767"/>
                </a:cubicBezTo>
                <a:cubicBezTo>
                  <a:pt x="1182011" y="950539"/>
                  <a:pt x="1177368" y="953634"/>
                  <a:pt x="1167564" y="950023"/>
                </a:cubicBezTo>
                <a:cubicBezTo>
                  <a:pt x="1132477" y="938155"/>
                  <a:pt x="1097391" y="926804"/>
                  <a:pt x="1062304" y="915452"/>
                </a:cubicBezTo>
                <a:cubicBezTo>
                  <a:pt x="1055081" y="913388"/>
                  <a:pt x="1048889" y="909776"/>
                  <a:pt x="1042697" y="905649"/>
                </a:cubicBezTo>
                <a:cubicBezTo>
                  <a:pt x="1016383" y="888106"/>
                  <a:pt x="989552" y="870562"/>
                  <a:pt x="963237" y="852503"/>
                </a:cubicBezTo>
                <a:cubicBezTo>
                  <a:pt x="956529" y="847859"/>
                  <a:pt x="952401" y="848375"/>
                  <a:pt x="947241" y="855083"/>
                </a:cubicBezTo>
                <a:cubicBezTo>
                  <a:pt x="921443" y="890169"/>
                  <a:pt x="891000" y="921128"/>
                  <a:pt x="855914" y="946927"/>
                </a:cubicBezTo>
                <a:cubicBezTo>
                  <a:pt x="847658" y="953119"/>
                  <a:pt x="848174" y="958278"/>
                  <a:pt x="853850" y="966018"/>
                </a:cubicBezTo>
                <a:cubicBezTo>
                  <a:pt x="866749" y="984077"/>
                  <a:pt x="877584" y="1002652"/>
                  <a:pt x="890484" y="1020711"/>
                </a:cubicBezTo>
                <a:cubicBezTo>
                  <a:pt x="906479" y="1042899"/>
                  <a:pt x="917831" y="1067149"/>
                  <a:pt x="925054" y="1093464"/>
                </a:cubicBezTo>
                <a:cubicBezTo>
                  <a:pt x="932278" y="1119263"/>
                  <a:pt x="941050" y="1144030"/>
                  <a:pt x="949821" y="1169313"/>
                </a:cubicBezTo>
                <a:cubicBezTo>
                  <a:pt x="952401" y="1177053"/>
                  <a:pt x="950853" y="1181696"/>
                  <a:pt x="943114" y="1185824"/>
                </a:cubicBezTo>
                <a:cubicBezTo>
                  <a:pt x="895644" y="1211623"/>
                  <a:pt x="846110" y="1232262"/>
                  <a:pt x="794512" y="1247226"/>
                </a:cubicBezTo>
                <a:cubicBezTo>
                  <a:pt x="786773" y="1249290"/>
                  <a:pt x="782645" y="1248258"/>
                  <a:pt x="779033" y="1241034"/>
                </a:cubicBezTo>
                <a:cubicBezTo>
                  <a:pt x="760974" y="1205432"/>
                  <a:pt x="742399" y="1169829"/>
                  <a:pt x="724855" y="1134226"/>
                </a:cubicBezTo>
                <a:cubicBezTo>
                  <a:pt x="720211" y="1125455"/>
                  <a:pt x="720211" y="1115136"/>
                  <a:pt x="718148" y="1105332"/>
                </a:cubicBezTo>
                <a:cubicBezTo>
                  <a:pt x="712988" y="1080565"/>
                  <a:pt x="708344" y="1055798"/>
                  <a:pt x="703184" y="1031031"/>
                </a:cubicBezTo>
                <a:cubicBezTo>
                  <a:pt x="700604" y="1015552"/>
                  <a:pt x="701120" y="1015552"/>
                  <a:pt x="686157" y="1016068"/>
                </a:cubicBezTo>
                <a:close/>
                <a:moveTo>
                  <a:pt x="624240" y="791102"/>
                </a:moveTo>
                <a:cubicBezTo>
                  <a:pt x="720211" y="788522"/>
                  <a:pt x="791416" y="716801"/>
                  <a:pt x="790900" y="623925"/>
                </a:cubicBezTo>
                <a:cubicBezTo>
                  <a:pt x="790384" y="528985"/>
                  <a:pt x="717632" y="457780"/>
                  <a:pt x="624240" y="458296"/>
                </a:cubicBezTo>
                <a:cubicBezTo>
                  <a:pt x="530332" y="458296"/>
                  <a:pt x="458095" y="530533"/>
                  <a:pt x="458095" y="624441"/>
                </a:cubicBezTo>
                <a:cubicBezTo>
                  <a:pt x="458095" y="718349"/>
                  <a:pt x="530848" y="788522"/>
                  <a:pt x="624240" y="791102"/>
                </a:cubicBezTo>
                <a:close/>
              </a:path>
            </a:pathLst>
          </a:custGeom>
          <a:solidFill>
            <a:schemeClr val="bg1">
              <a:alpha val="5000"/>
            </a:schemeClr>
          </a:solidFill>
          <a:ln w="5155" cap="flat">
            <a:noFill/>
            <a:prstDash val="solid"/>
            <a:miter/>
          </a:ln>
        </p:spPr>
        <p:txBody>
          <a:bodyPr rtlCol="0" anchor="ctr"/>
          <a:lstStyle/>
          <a:p>
            <a:endParaRPr lang="en-US"/>
          </a:p>
        </p:txBody>
      </p:sp>
    </p:spTree>
    <p:extLst>
      <p:ext uri="{BB962C8B-B14F-4D97-AF65-F5344CB8AC3E}">
        <p14:creationId xmlns:p14="http://schemas.microsoft.com/office/powerpoint/2010/main" val="2123869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009206-A627-7143-E04B-6FAD62B7A8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7823B9-359B-8BAF-081B-2A60ABBD8C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5E78E9-1F4F-57FF-81BD-F4705877C3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0873D-0512-4FF5-9292-59567D7E5589}" type="datetimeFigureOut">
              <a:rPr lang="en-US" smtClean="0"/>
              <a:t>3/29/2026</a:t>
            </a:fld>
            <a:endParaRPr lang="en-US"/>
          </a:p>
        </p:txBody>
      </p:sp>
      <p:sp>
        <p:nvSpPr>
          <p:cNvPr id="5" name="Footer Placeholder 4">
            <a:extLst>
              <a:ext uri="{FF2B5EF4-FFF2-40B4-BE49-F238E27FC236}">
                <a16:creationId xmlns:a16="http://schemas.microsoft.com/office/drawing/2014/main" id="{1AC42823-D1F4-B93C-574B-8F044398AC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531FDCD-9CEE-B436-1641-6FD5D157F5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AEF68C-8329-47C8-9495-D7D3DA8B6A1D}" type="slidenum">
              <a:rPr lang="en-US" smtClean="0"/>
              <a:t>‹#›</a:t>
            </a:fld>
            <a:endParaRPr lang="en-US"/>
          </a:p>
        </p:txBody>
      </p:sp>
      <p:sp>
        <p:nvSpPr>
          <p:cNvPr id="8" name="TextBox 7">
            <a:extLst>
              <a:ext uri="{FF2B5EF4-FFF2-40B4-BE49-F238E27FC236}">
                <a16:creationId xmlns:a16="http://schemas.microsoft.com/office/drawing/2014/main" id="{E4DEC260-8784-F325-0FD3-001D3772F627}"/>
              </a:ext>
            </a:extLst>
          </p:cNvPr>
          <p:cNvSpPr txBox="1"/>
          <p:nvPr userDrawn="1">
            <p:extLst>
              <p:ext uri="{1162E1C5-73C7-4A58-AE30-91384D911F3F}">
                <p184:classification xmlns:p184="http://schemas.microsoft.com/office/powerpoint/2018/4/main" val="hdr"/>
              </p:ext>
            </p:extLst>
          </p:nvPr>
        </p:nvSpPr>
        <p:spPr>
          <a:xfrm>
            <a:off x="11526838" y="0"/>
            <a:ext cx="693737"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Business Use</a:t>
            </a:r>
          </a:p>
        </p:txBody>
      </p:sp>
    </p:spTree>
    <p:extLst>
      <p:ext uri="{BB962C8B-B14F-4D97-AF65-F5344CB8AC3E}">
        <p14:creationId xmlns:p14="http://schemas.microsoft.com/office/powerpoint/2010/main" val="1511643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a:endCxn id="17" idx="3"/>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a:stCxn id="17" idx="1"/>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3269398" y="3009409"/>
            <a:ext cx="6861786"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Testing and GitHub Actions</a:t>
            </a:r>
            <a:endParaRPr lang="ko-KR" altLang="en-US" sz="4000" dirty="0">
              <a:solidFill>
                <a:schemeClr val="bg1"/>
              </a:solidFill>
              <a:latin typeface="+mj-lt"/>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7" name="Rectangle 16">
            <a:extLst>
              <a:ext uri="{FF2B5EF4-FFF2-40B4-BE49-F238E27FC236}">
                <a16:creationId xmlns:a16="http://schemas.microsoft.com/office/drawing/2014/main" id="{C67B0039-93B7-6F3C-F89E-29ACEAF8FA6A}"/>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dirty="0">
                <a:solidFill>
                  <a:schemeClr val="bg1"/>
                </a:solidFill>
              </a:rPr>
              <a:t>Presenter:​Ana</a:t>
            </a:r>
          </a:p>
        </p:txBody>
      </p:sp>
      <p:sp>
        <p:nvSpPr>
          <p:cNvPr id="15" name="Rectangle 14">
            <a:extLst>
              <a:ext uri="{FF2B5EF4-FFF2-40B4-BE49-F238E27FC236}">
                <a16:creationId xmlns:a16="http://schemas.microsoft.com/office/drawing/2014/main" id="{5AD90B15-B619-E2FF-8794-33C84D755935}"/>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Tree>
    <p:extLst>
      <p:ext uri="{BB962C8B-B14F-4D97-AF65-F5344CB8AC3E}">
        <p14:creationId xmlns:p14="http://schemas.microsoft.com/office/powerpoint/2010/main" val="3522215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a:endCxn id="17" idx="3"/>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a:stCxn id="17" idx="1"/>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5064795" y="2957217"/>
            <a:ext cx="2060143"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Testing</a:t>
            </a:r>
            <a:endParaRPr lang="ko-KR" altLang="en-US" sz="4000" dirty="0">
              <a:solidFill>
                <a:schemeClr val="bg1"/>
              </a:solidFill>
              <a:latin typeface="+mj-lt"/>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7" name="Rectangle 16">
            <a:extLst>
              <a:ext uri="{FF2B5EF4-FFF2-40B4-BE49-F238E27FC236}">
                <a16:creationId xmlns:a16="http://schemas.microsoft.com/office/drawing/2014/main" id="{C67B0039-93B7-6F3C-F89E-29ACEAF8FA6A}"/>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dirty="0">
                <a:solidFill>
                  <a:schemeClr val="bg1"/>
                </a:solidFill>
              </a:rPr>
              <a:t>Presenter:​Ana</a:t>
            </a:r>
          </a:p>
        </p:txBody>
      </p:sp>
      <p:sp>
        <p:nvSpPr>
          <p:cNvPr id="15" name="Rectangle 14">
            <a:extLst>
              <a:ext uri="{FF2B5EF4-FFF2-40B4-BE49-F238E27FC236}">
                <a16:creationId xmlns:a16="http://schemas.microsoft.com/office/drawing/2014/main" id="{5AD90B15-B619-E2FF-8794-33C84D755935}"/>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Tree>
    <p:extLst>
      <p:ext uri="{BB962C8B-B14F-4D97-AF65-F5344CB8AC3E}">
        <p14:creationId xmlns:p14="http://schemas.microsoft.com/office/powerpoint/2010/main" val="3318866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418306"/>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Testing</a:t>
            </a:r>
            <a:endParaRPr lang="ko-KR" altLang="en-US" sz="4000" dirty="0">
              <a:solidFill>
                <a:schemeClr val="bg1"/>
              </a:solidFill>
              <a:latin typeface="+mj-lt"/>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246093" y="2174874"/>
            <a:ext cx="9737673" cy="2246769"/>
          </a:xfrm>
          <a:prstGeom prst="rect">
            <a:avLst/>
          </a:prstGeom>
          <a:noFill/>
        </p:spPr>
        <p:txBody>
          <a:bodyPr wrap="square" lIns="91440" tIns="45720" rIns="91440" bIns="45720" rtlCol="0" anchor="t">
            <a:spAutoFit/>
          </a:bodyPr>
          <a:lstStyle/>
          <a:p>
            <a:pPr marL="342900" indent="-342900" algn="just">
              <a:buFont typeface="Arial"/>
              <a:buChar char="•"/>
            </a:pPr>
            <a:r>
              <a:rPr lang="en-US" sz="2000" dirty="0">
                <a:solidFill>
                  <a:schemeClr val="bg1"/>
                </a:solidFill>
                <a:ea typeface="Calibri"/>
                <a:cs typeface="Calibri"/>
              </a:rPr>
              <a:t>Fundamental aspect of software development </a:t>
            </a:r>
            <a:endParaRPr lang="en-US"/>
          </a:p>
          <a:p>
            <a:pPr marL="342900" indent="-342900" algn="just">
              <a:buFont typeface="Arial"/>
              <a:buChar char="•"/>
            </a:pPr>
            <a:r>
              <a:rPr lang="en-US" sz="2000" dirty="0">
                <a:solidFill>
                  <a:schemeClr val="bg1"/>
                </a:solidFill>
                <a:ea typeface="Calibri"/>
                <a:cs typeface="Calibri"/>
              </a:rPr>
              <a:t>Ensures that the code behaves as expected</a:t>
            </a:r>
          </a:p>
          <a:p>
            <a:pPr marL="342900" indent="-342900" algn="just">
              <a:buFont typeface="Arial"/>
              <a:buChar char="•"/>
            </a:pPr>
            <a:r>
              <a:rPr lang="en-US" sz="2000" dirty="0">
                <a:solidFill>
                  <a:schemeClr val="bg1"/>
                </a:solidFill>
                <a:ea typeface="Calibri"/>
                <a:cs typeface="Calibri"/>
              </a:rPr>
              <a:t>Helps identifying bugs early</a:t>
            </a:r>
            <a:endParaRPr lang="en-US" dirty="0">
              <a:solidFill>
                <a:schemeClr val="bg1"/>
              </a:solidFill>
              <a:ea typeface="Calibri"/>
              <a:cs typeface="Calibri"/>
            </a:endParaRPr>
          </a:p>
          <a:p>
            <a:pPr marL="342900" indent="-342900" algn="just">
              <a:buFont typeface="Arial"/>
              <a:buChar char="•"/>
            </a:pPr>
            <a:r>
              <a:rPr lang="en-US" sz="2000" dirty="0">
                <a:solidFill>
                  <a:schemeClr val="bg1"/>
                </a:solidFill>
                <a:ea typeface="Calibri"/>
                <a:cs typeface="Calibri"/>
              </a:rPr>
              <a:t>Improves code quality</a:t>
            </a:r>
            <a:endParaRPr lang="en-US" dirty="0">
              <a:solidFill>
                <a:schemeClr val="bg1"/>
              </a:solidFill>
              <a:ea typeface="Calibri"/>
              <a:cs typeface="Calibri"/>
            </a:endParaRPr>
          </a:p>
          <a:p>
            <a:pPr marL="342900" indent="-342900" algn="just">
              <a:buFont typeface="Arial"/>
              <a:buChar char="•"/>
            </a:pPr>
            <a:r>
              <a:rPr lang="en-US" sz="2000" dirty="0">
                <a:solidFill>
                  <a:schemeClr val="bg1"/>
                </a:solidFill>
                <a:ea typeface="Calibri"/>
                <a:cs typeface="Calibri"/>
              </a:rPr>
              <a:t>Facilitates maintaining the reliability of the software</a:t>
            </a:r>
            <a:endParaRPr lang="en-US" dirty="0">
              <a:solidFill>
                <a:schemeClr val="bg1"/>
              </a:solidFill>
              <a:ea typeface="Calibri"/>
              <a:cs typeface="Calibri"/>
            </a:endParaRPr>
          </a:p>
          <a:p>
            <a:pPr marL="342900" indent="-342900" algn="just">
              <a:buFont typeface="Arial"/>
              <a:buChar char="•"/>
            </a:pPr>
            <a:r>
              <a:rPr lang="en-US" sz="2000" dirty="0">
                <a:solidFill>
                  <a:schemeClr val="bg1"/>
                </a:solidFill>
                <a:ea typeface="Calibri"/>
                <a:cs typeface="Calibri"/>
              </a:rPr>
              <a:t>Provides documentation for the code</a:t>
            </a:r>
            <a:endParaRPr lang="en-US" dirty="0">
              <a:solidFill>
                <a:schemeClr val="bg1"/>
              </a:solidFill>
              <a:ea typeface="Calibri"/>
              <a:cs typeface="Calibri"/>
            </a:endParaRPr>
          </a:p>
          <a:p>
            <a:pPr marL="342900" indent="-342900" algn="just">
              <a:buFont typeface="Arial"/>
              <a:buChar char="•"/>
            </a:pPr>
            <a:r>
              <a:rPr lang="en-US" sz="2000" dirty="0">
                <a:solidFill>
                  <a:schemeClr val="bg1"/>
                </a:solidFill>
                <a:ea typeface="Calibri"/>
                <a:cs typeface="Calibri"/>
              </a:rPr>
              <a:t>Makes the code easier to understand and maintain</a:t>
            </a:r>
            <a:endParaRPr lang="en-US" dirty="0">
              <a:solidFill>
                <a:schemeClr val="bg1"/>
              </a:solidFill>
              <a:ea typeface="Calibri"/>
              <a:cs typeface="Calibri"/>
            </a:endParaRPr>
          </a:p>
        </p:txBody>
      </p:sp>
      <p:sp>
        <p:nvSpPr>
          <p:cNvPr id="24" name="TextBox 23">
            <a:extLst>
              <a:ext uri="{FF2B5EF4-FFF2-40B4-BE49-F238E27FC236}">
                <a16:creationId xmlns:a16="http://schemas.microsoft.com/office/drawing/2014/main" id="{7D14B1FD-C52C-8EE5-D80A-685135A24CD5}"/>
              </a:ext>
            </a:extLst>
          </p:cNvPr>
          <p:cNvSpPr txBox="1"/>
          <p:nvPr/>
        </p:nvSpPr>
        <p:spPr>
          <a:xfrm>
            <a:off x="1737926" y="1355353"/>
            <a:ext cx="2376167" cy="461665"/>
          </a:xfrm>
          <a:prstGeom prst="rect">
            <a:avLst/>
          </a:prstGeom>
          <a:noFill/>
        </p:spPr>
        <p:txBody>
          <a:bodyPr wrap="square" lIns="91440" tIns="45720" rIns="91440" bIns="45720" rtlCol="0" anchor="t">
            <a:spAutoFit/>
          </a:bodyPr>
          <a:lstStyle/>
          <a:p>
            <a:r>
              <a:rPr lang="en-US" sz="2400" b="1" dirty="0">
                <a:solidFill>
                  <a:schemeClr val="bg1"/>
                </a:solidFill>
              </a:rPr>
              <a:t>Why Testing</a:t>
            </a:r>
            <a:endParaRPr lang="en-US" dirty="0">
              <a:solidFill>
                <a:schemeClr val="bg1"/>
              </a:solidFill>
            </a:endParaRPr>
          </a:p>
        </p:txBody>
      </p:sp>
      <p:sp>
        <p:nvSpPr>
          <p:cNvPr id="19" name="Rectangle 18">
            <a:extLst>
              <a:ext uri="{FF2B5EF4-FFF2-40B4-BE49-F238E27FC236}">
                <a16:creationId xmlns:a16="http://schemas.microsoft.com/office/drawing/2014/main" id="{506ED79D-B602-0ECF-FD2D-9F6C10E0F888}"/>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1" name="Rectangle 20">
            <a:extLst>
              <a:ext uri="{FF2B5EF4-FFF2-40B4-BE49-F238E27FC236}">
                <a16:creationId xmlns:a16="http://schemas.microsoft.com/office/drawing/2014/main" id="{B89071EF-BABD-3B73-BFB1-3FB90D6FBB89}"/>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dirty="0">
                <a:solidFill>
                  <a:schemeClr val="bg1"/>
                </a:solidFill>
              </a:rPr>
              <a:t>Presenter:​Ana</a:t>
            </a:r>
          </a:p>
        </p:txBody>
      </p:sp>
    </p:spTree>
    <p:extLst>
      <p:ext uri="{BB962C8B-B14F-4D97-AF65-F5344CB8AC3E}">
        <p14:creationId xmlns:p14="http://schemas.microsoft.com/office/powerpoint/2010/main" val="4262681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418306"/>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Testing</a:t>
            </a:r>
            <a:endParaRPr lang="en-US" altLang="ko-KR" sz="4000" dirty="0">
              <a:solidFill>
                <a:schemeClr val="bg1"/>
              </a:solidFill>
              <a:latin typeface="+mj-lt"/>
              <a:ea typeface="맑은 고딕"/>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38" name="TextBox 37">
            <a:extLst>
              <a:ext uri="{FF2B5EF4-FFF2-40B4-BE49-F238E27FC236}">
                <a16:creationId xmlns:a16="http://schemas.microsoft.com/office/drawing/2014/main" id="{07309D4F-450B-3C2B-6F40-EC3CF87EF555}"/>
              </a:ext>
            </a:extLst>
          </p:cNvPr>
          <p:cNvSpPr txBox="1"/>
          <p:nvPr/>
        </p:nvSpPr>
        <p:spPr>
          <a:xfrm>
            <a:off x="1619173" y="1370197"/>
            <a:ext cx="1945686" cy="461665"/>
          </a:xfrm>
          <a:prstGeom prst="rect">
            <a:avLst/>
          </a:prstGeom>
          <a:noFill/>
        </p:spPr>
        <p:txBody>
          <a:bodyPr wrap="square" lIns="91440" tIns="45720" rIns="91440" bIns="45720" rtlCol="0" anchor="t">
            <a:spAutoFit/>
          </a:bodyPr>
          <a:lstStyle/>
          <a:p>
            <a:r>
              <a:rPr lang="en-US" sz="2400" b="1" dirty="0">
                <a:solidFill>
                  <a:schemeClr val="bg1"/>
                </a:solidFill>
                <a:ea typeface="Calibri"/>
                <a:cs typeface="Calibri"/>
              </a:rPr>
              <a:t>Types of Tests</a:t>
            </a:r>
          </a:p>
        </p:txBody>
      </p:sp>
      <p:sp>
        <p:nvSpPr>
          <p:cNvPr id="16" name="TextBox 15">
            <a:extLst>
              <a:ext uri="{FF2B5EF4-FFF2-40B4-BE49-F238E27FC236}">
                <a16:creationId xmlns:a16="http://schemas.microsoft.com/office/drawing/2014/main" id="{5A6F5D52-C553-E2B3-C247-C1CB74ECDAF4}"/>
              </a:ext>
            </a:extLst>
          </p:cNvPr>
          <p:cNvSpPr txBox="1"/>
          <p:nvPr/>
        </p:nvSpPr>
        <p:spPr>
          <a:xfrm>
            <a:off x="1003638" y="2625147"/>
            <a:ext cx="2572895" cy="224676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000" dirty="0">
                <a:solidFill>
                  <a:schemeClr val="bg1"/>
                </a:solidFill>
                <a:ea typeface="+mn-lt"/>
                <a:cs typeface="+mn-lt"/>
              </a:rPr>
              <a:t>Focus on individual components or functions of the code.</a:t>
            </a:r>
            <a:endParaRPr lang="en-US" dirty="0">
              <a:solidFill>
                <a:schemeClr val="bg1"/>
              </a:solidFill>
              <a:ea typeface="+mn-lt"/>
              <a:cs typeface="+mn-lt"/>
            </a:endParaRPr>
          </a:p>
          <a:p>
            <a:pPr marL="285750" indent="-285750">
              <a:buFont typeface="Arial" panose="020B0604020202020204" pitchFamily="34" charset="0"/>
              <a:buChar char="•"/>
            </a:pPr>
            <a:r>
              <a:rPr lang="en-US" sz="2000" dirty="0">
                <a:solidFill>
                  <a:schemeClr val="bg1"/>
                </a:solidFill>
                <a:ea typeface="+mn-lt"/>
                <a:cs typeface="+mn-lt"/>
              </a:rPr>
              <a:t>They are fast and isolate each part of the codebase.</a:t>
            </a:r>
            <a:endParaRPr lang="en-US">
              <a:solidFill>
                <a:schemeClr val="bg1"/>
              </a:solidFill>
              <a:ea typeface="Calibri"/>
              <a:cs typeface="Calibri"/>
            </a:endParaRPr>
          </a:p>
        </p:txBody>
      </p:sp>
      <p:cxnSp>
        <p:nvCxnSpPr>
          <p:cNvPr id="22" name="Straight Connector 21">
            <a:extLst>
              <a:ext uri="{FF2B5EF4-FFF2-40B4-BE49-F238E27FC236}">
                <a16:creationId xmlns:a16="http://schemas.microsoft.com/office/drawing/2014/main" id="{FD7800D8-92FF-AFE3-305A-41B8A404C5E5}"/>
              </a:ext>
            </a:extLst>
          </p:cNvPr>
          <p:cNvCxnSpPr>
            <a:cxnSpLocks/>
          </p:cNvCxnSpPr>
          <p:nvPr/>
        </p:nvCxnSpPr>
        <p:spPr>
          <a:xfrm>
            <a:off x="4022530" y="2176110"/>
            <a:ext cx="0" cy="3834674"/>
          </a:xfrm>
          <a:prstGeom prst="line">
            <a:avLst/>
          </a:prstGeom>
          <a:solidFill>
            <a:schemeClr val="accent4"/>
          </a:solidFill>
          <a:ln w="19050" cap="rnd" cmpd="sng">
            <a:gradFill flip="none" rotWithShape="1">
              <a:gsLst>
                <a:gs pos="0">
                  <a:srgbClr val="FFD85D">
                    <a:alpha val="35000"/>
                  </a:srgbClr>
                </a:gs>
                <a:gs pos="50000">
                  <a:srgbClr val="DEA900">
                    <a:alpha val="55000"/>
                  </a:srgbClr>
                </a:gs>
                <a:gs pos="100000">
                  <a:srgbClr val="FFD85D">
                    <a:alpha val="35000"/>
                  </a:srgbClr>
                </a:gs>
              </a:gsLst>
              <a:path path="circle">
                <a:fillToRect l="100000" t="100000"/>
              </a:path>
              <a:tileRect r="-100000" b="-100000"/>
            </a:gra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B2D80B6-95B6-A443-9EAB-50E80810A59C}"/>
              </a:ext>
            </a:extLst>
          </p:cNvPr>
          <p:cNvCxnSpPr>
            <a:cxnSpLocks/>
          </p:cNvCxnSpPr>
          <p:nvPr/>
        </p:nvCxnSpPr>
        <p:spPr>
          <a:xfrm>
            <a:off x="7976023" y="2072201"/>
            <a:ext cx="0" cy="3834674"/>
          </a:xfrm>
          <a:prstGeom prst="line">
            <a:avLst/>
          </a:prstGeom>
          <a:solidFill>
            <a:schemeClr val="accent4"/>
          </a:solidFill>
          <a:ln w="19050" cap="rnd" cmpd="sng">
            <a:gradFill flip="none" rotWithShape="1">
              <a:gsLst>
                <a:gs pos="0">
                  <a:srgbClr val="FFD85D">
                    <a:alpha val="35000"/>
                  </a:srgbClr>
                </a:gs>
                <a:gs pos="50000">
                  <a:srgbClr val="DEA900">
                    <a:alpha val="55000"/>
                  </a:srgbClr>
                </a:gs>
                <a:gs pos="100000">
                  <a:srgbClr val="FFD85D">
                    <a:alpha val="35000"/>
                  </a:srgbClr>
                </a:gs>
              </a:gsLst>
              <a:path path="circle">
                <a:fillToRect l="100000" t="100000"/>
              </a:path>
              <a:tileRect r="-100000" b="-100000"/>
            </a:gradFill>
            <a:roun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5FA558E9-F06F-AE16-7FA4-B254782005AE}"/>
              </a:ext>
            </a:extLst>
          </p:cNvPr>
          <p:cNvSpPr txBox="1"/>
          <p:nvPr/>
        </p:nvSpPr>
        <p:spPr>
          <a:xfrm>
            <a:off x="8465300" y="2625146"/>
            <a:ext cx="2572895" cy="286232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000" dirty="0">
                <a:solidFill>
                  <a:schemeClr val="bg1"/>
                </a:solidFill>
                <a:ea typeface="Calibri"/>
                <a:cs typeface="Calibri"/>
              </a:rPr>
              <a:t>Simulate real user scenarios to test the entire application flow.</a:t>
            </a:r>
            <a:endParaRPr lang="en-US" dirty="0">
              <a:solidFill>
                <a:schemeClr val="bg1"/>
              </a:solidFill>
            </a:endParaRPr>
          </a:p>
          <a:p>
            <a:pPr marL="285750" indent="-285750">
              <a:buFont typeface="Arial" panose="020B0604020202020204" pitchFamily="34" charset="0"/>
              <a:buChar char="•"/>
            </a:pPr>
            <a:r>
              <a:rPr lang="en-US" sz="2000" dirty="0">
                <a:solidFill>
                  <a:schemeClr val="bg1"/>
                </a:solidFill>
                <a:ea typeface="Calibri"/>
                <a:cs typeface="Calibri"/>
              </a:rPr>
              <a:t>They validate the system as a whole, but are usually slower and more complex.</a:t>
            </a:r>
          </a:p>
        </p:txBody>
      </p:sp>
      <p:sp>
        <p:nvSpPr>
          <p:cNvPr id="30" name="TextBox 29">
            <a:extLst>
              <a:ext uri="{FF2B5EF4-FFF2-40B4-BE49-F238E27FC236}">
                <a16:creationId xmlns:a16="http://schemas.microsoft.com/office/drawing/2014/main" id="{950C5295-CE0B-D435-AB85-ABB7AF66E513}"/>
              </a:ext>
            </a:extLst>
          </p:cNvPr>
          <p:cNvSpPr txBox="1"/>
          <p:nvPr/>
        </p:nvSpPr>
        <p:spPr>
          <a:xfrm>
            <a:off x="4808688" y="2625146"/>
            <a:ext cx="2572895" cy="255454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000" dirty="0">
                <a:solidFill>
                  <a:schemeClr val="bg1"/>
                </a:solidFill>
                <a:ea typeface="Calibri"/>
                <a:cs typeface="Calibri"/>
              </a:rPr>
              <a:t>Test the interaction between different components or systems.</a:t>
            </a:r>
          </a:p>
          <a:p>
            <a:pPr marL="285750" indent="-285750">
              <a:buFont typeface="Arial" panose="020B0604020202020204" pitchFamily="34" charset="0"/>
              <a:buChar char="•"/>
            </a:pPr>
            <a:r>
              <a:rPr lang="en-US" sz="2000" dirty="0">
                <a:solidFill>
                  <a:schemeClr val="bg1"/>
                </a:solidFill>
                <a:ea typeface="Calibri"/>
                <a:cs typeface="Calibri"/>
              </a:rPr>
              <a:t>They ensure that integrated parts work together as expected.</a:t>
            </a:r>
          </a:p>
        </p:txBody>
      </p:sp>
      <p:sp>
        <p:nvSpPr>
          <p:cNvPr id="31" name="TextBox 30">
            <a:extLst>
              <a:ext uri="{FF2B5EF4-FFF2-40B4-BE49-F238E27FC236}">
                <a16:creationId xmlns:a16="http://schemas.microsoft.com/office/drawing/2014/main" id="{4F776C11-ED71-34B0-58F2-2537154EC525}"/>
              </a:ext>
            </a:extLst>
          </p:cNvPr>
          <p:cNvSpPr txBox="1"/>
          <p:nvPr/>
        </p:nvSpPr>
        <p:spPr>
          <a:xfrm>
            <a:off x="1317341" y="2147041"/>
            <a:ext cx="1945686" cy="461665"/>
          </a:xfrm>
          <a:prstGeom prst="rect">
            <a:avLst/>
          </a:prstGeom>
          <a:noFill/>
        </p:spPr>
        <p:txBody>
          <a:bodyPr wrap="square" lIns="91440" tIns="45720" rIns="91440" bIns="45720" rtlCol="0" anchor="t">
            <a:spAutoFit/>
          </a:bodyPr>
          <a:lstStyle/>
          <a:p>
            <a:pPr algn="ctr"/>
            <a:r>
              <a:rPr lang="en-US" sz="2400" b="1" dirty="0">
                <a:solidFill>
                  <a:schemeClr val="bg1"/>
                </a:solidFill>
                <a:ea typeface="Calibri"/>
                <a:cs typeface="Calibri"/>
              </a:rPr>
              <a:t>Unit Tests</a:t>
            </a:r>
            <a:endParaRPr lang="en-US" dirty="0">
              <a:solidFill>
                <a:schemeClr val="bg1"/>
              </a:solidFill>
              <a:ea typeface="Calibri" panose="020F0502020204030204"/>
              <a:cs typeface="Calibri" panose="020F0502020204030204"/>
            </a:endParaRPr>
          </a:p>
        </p:txBody>
      </p:sp>
      <p:sp>
        <p:nvSpPr>
          <p:cNvPr id="32" name="TextBox 31">
            <a:extLst>
              <a:ext uri="{FF2B5EF4-FFF2-40B4-BE49-F238E27FC236}">
                <a16:creationId xmlns:a16="http://schemas.microsoft.com/office/drawing/2014/main" id="{952700D9-499A-BE80-5124-CDD395156D95}"/>
              </a:ext>
            </a:extLst>
          </p:cNvPr>
          <p:cNvSpPr txBox="1"/>
          <p:nvPr/>
        </p:nvSpPr>
        <p:spPr>
          <a:xfrm>
            <a:off x="4860147" y="2147041"/>
            <a:ext cx="2470178" cy="461665"/>
          </a:xfrm>
          <a:prstGeom prst="rect">
            <a:avLst/>
          </a:prstGeom>
          <a:noFill/>
        </p:spPr>
        <p:txBody>
          <a:bodyPr wrap="square" lIns="91440" tIns="45720" rIns="91440" bIns="45720" rtlCol="0" anchor="t">
            <a:spAutoFit/>
          </a:bodyPr>
          <a:lstStyle/>
          <a:p>
            <a:pPr algn="ctr"/>
            <a:r>
              <a:rPr lang="en-US" sz="2400" b="1" dirty="0">
                <a:solidFill>
                  <a:schemeClr val="bg1"/>
                </a:solidFill>
                <a:ea typeface="Calibri"/>
                <a:cs typeface="Calibri"/>
              </a:rPr>
              <a:t>Integration Tests</a:t>
            </a:r>
          </a:p>
        </p:txBody>
      </p:sp>
      <p:sp>
        <p:nvSpPr>
          <p:cNvPr id="33" name="TextBox 32">
            <a:extLst>
              <a:ext uri="{FF2B5EF4-FFF2-40B4-BE49-F238E27FC236}">
                <a16:creationId xmlns:a16="http://schemas.microsoft.com/office/drawing/2014/main" id="{4120D0D7-1A0F-8878-6909-5495DE3FBCDA}"/>
              </a:ext>
            </a:extLst>
          </p:cNvPr>
          <p:cNvSpPr txBox="1"/>
          <p:nvPr/>
        </p:nvSpPr>
        <p:spPr>
          <a:xfrm>
            <a:off x="8630562" y="2147041"/>
            <a:ext cx="2247517" cy="461665"/>
          </a:xfrm>
          <a:prstGeom prst="rect">
            <a:avLst/>
          </a:prstGeom>
          <a:noFill/>
        </p:spPr>
        <p:txBody>
          <a:bodyPr wrap="square" lIns="91440" tIns="45720" rIns="91440" bIns="45720" rtlCol="0" anchor="t">
            <a:spAutoFit/>
          </a:bodyPr>
          <a:lstStyle/>
          <a:p>
            <a:pPr algn="ctr"/>
            <a:r>
              <a:rPr lang="en-US" sz="2400" b="1" dirty="0">
                <a:solidFill>
                  <a:schemeClr val="bg1"/>
                </a:solidFill>
                <a:ea typeface="Calibri"/>
                <a:cs typeface="Calibri"/>
              </a:rPr>
              <a:t>End to </a:t>
            </a:r>
            <a:r>
              <a:rPr lang="en-US" sz="2400" b="1">
                <a:solidFill>
                  <a:schemeClr val="bg1"/>
                </a:solidFill>
                <a:ea typeface="Calibri"/>
                <a:cs typeface="Calibri"/>
              </a:rPr>
              <a:t>End Tests</a:t>
            </a:r>
            <a:endParaRPr lang="en-US" dirty="0" err="1">
              <a:solidFill>
                <a:schemeClr val="bg1"/>
              </a:solidFill>
              <a:ea typeface="Calibri" panose="020F0502020204030204"/>
              <a:cs typeface="Calibri" panose="020F0502020204030204"/>
            </a:endParaRPr>
          </a:p>
        </p:txBody>
      </p:sp>
      <p:sp>
        <p:nvSpPr>
          <p:cNvPr id="20" name="Rectangle 19">
            <a:extLst>
              <a:ext uri="{FF2B5EF4-FFF2-40B4-BE49-F238E27FC236}">
                <a16:creationId xmlns:a16="http://schemas.microsoft.com/office/drawing/2014/main" id="{2BB0130F-BFF7-971B-8FE3-E72E692F6B37}"/>
              </a:ext>
            </a:extLst>
          </p:cNvPr>
          <p:cNvSpPr/>
          <p:nvPr/>
        </p:nvSpPr>
        <p:spPr>
          <a:xfrm>
            <a:off x="702814" y="6268444"/>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3" name="Rectangle 22">
            <a:extLst>
              <a:ext uri="{FF2B5EF4-FFF2-40B4-BE49-F238E27FC236}">
                <a16:creationId xmlns:a16="http://schemas.microsoft.com/office/drawing/2014/main" id="{C0C06F2A-A8CB-B7B8-CA86-CEA9405E455D}"/>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dirty="0">
                <a:solidFill>
                  <a:schemeClr val="bg1"/>
                </a:solidFill>
              </a:rPr>
              <a:t>Presenter:​Ana</a:t>
            </a:r>
          </a:p>
        </p:txBody>
      </p:sp>
    </p:spTree>
    <p:extLst>
      <p:ext uri="{BB962C8B-B14F-4D97-AF65-F5344CB8AC3E}">
        <p14:creationId xmlns:p14="http://schemas.microsoft.com/office/powerpoint/2010/main" val="3765152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418306"/>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Exercise</a:t>
            </a:r>
            <a:endParaRPr lang="en-US" altLang="ko-KR" dirty="0"/>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38" name="TextBox 37">
            <a:extLst>
              <a:ext uri="{FF2B5EF4-FFF2-40B4-BE49-F238E27FC236}">
                <a16:creationId xmlns:a16="http://schemas.microsoft.com/office/drawing/2014/main" id="{07309D4F-450B-3C2B-6F40-EC3CF87EF555}"/>
              </a:ext>
            </a:extLst>
          </p:cNvPr>
          <p:cNvSpPr txBox="1"/>
          <p:nvPr/>
        </p:nvSpPr>
        <p:spPr>
          <a:xfrm>
            <a:off x="1619172" y="1370197"/>
            <a:ext cx="7109329" cy="830997"/>
          </a:xfrm>
          <a:prstGeom prst="rect">
            <a:avLst/>
          </a:prstGeom>
          <a:noFill/>
        </p:spPr>
        <p:txBody>
          <a:bodyPr wrap="square" lIns="91440" tIns="45720" rIns="91440" bIns="45720" rtlCol="0" anchor="t">
            <a:spAutoFit/>
          </a:bodyPr>
          <a:lstStyle/>
          <a:p>
            <a:r>
              <a:rPr lang="en-US" sz="2400" b="1" dirty="0">
                <a:solidFill>
                  <a:schemeClr val="bg1"/>
                </a:solidFill>
              </a:rPr>
              <a:t>Identify each type of tests for the given scenarios</a:t>
            </a:r>
            <a:endParaRPr lang="en-US" dirty="0">
              <a:solidFill>
                <a:schemeClr val="bg1"/>
              </a:solidFill>
            </a:endParaRPr>
          </a:p>
          <a:p>
            <a:endParaRPr lang="en-US" sz="2400" b="1" dirty="0">
              <a:solidFill>
                <a:schemeClr val="bg1"/>
              </a:solidFill>
              <a:ea typeface="Calibri"/>
              <a:cs typeface="Calibri"/>
            </a:endParaRPr>
          </a:p>
        </p:txBody>
      </p:sp>
      <p:sp>
        <p:nvSpPr>
          <p:cNvPr id="16" name="TextBox 15">
            <a:extLst>
              <a:ext uri="{FF2B5EF4-FFF2-40B4-BE49-F238E27FC236}">
                <a16:creationId xmlns:a16="http://schemas.microsoft.com/office/drawing/2014/main" id="{5A6F5D52-C553-E2B3-C247-C1CB74ECDAF4}"/>
              </a:ext>
            </a:extLst>
          </p:cNvPr>
          <p:cNvSpPr txBox="1"/>
          <p:nvPr/>
        </p:nvSpPr>
        <p:spPr>
          <a:xfrm>
            <a:off x="1221352" y="3743406"/>
            <a:ext cx="4403674" cy="923330"/>
          </a:xfrm>
          <a:prstGeom prst="rect">
            <a:avLst/>
          </a:prstGeom>
          <a:noFill/>
        </p:spPr>
        <p:txBody>
          <a:bodyPr wrap="square" lIns="91440" tIns="45720" rIns="91440" bIns="45720" rtlCol="0" anchor="t">
            <a:spAutoFit/>
          </a:bodyPr>
          <a:lstStyle/>
          <a:p>
            <a:pPr algn="just"/>
            <a:r>
              <a:rPr lang="en-US" dirty="0">
                <a:solidFill>
                  <a:schemeClr val="bg1"/>
                </a:solidFill>
                <a:ea typeface="+mn-lt"/>
                <a:cs typeface="+mn-lt"/>
              </a:rPr>
              <a:t>You have a function that calculates the efficiency of a production line based on input parameters like speed and downtime.</a:t>
            </a:r>
            <a:endParaRPr lang="en-US" dirty="0">
              <a:solidFill>
                <a:schemeClr val="bg1"/>
              </a:solidFill>
              <a:ea typeface="Calibri"/>
              <a:cs typeface="Calibri"/>
            </a:endParaRPr>
          </a:p>
        </p:txBody>
      </p:sp>
      <p:cxnSp>
        <p:nvCxnSpPr>
          <p:cNvPr id="22" name="Straight Connector 21">
            <a:extLst>
              <a:ext uri="{FF2B5EF4-FFF2-40B4-BE49-F238E27FC236}">
                <a16:creationId xmlns:a16="http://schemas.microsoft.com/office/drawing/2014/main" id="{FD7800D8-92FF-AFE3-305A-41B8A404C5E5}"/>
              </a:ext>
            </a:extLst>
          </p:cNvPr>
          <p:cNvCxnSpPr>
            <a:cxnSpLocks/>
          </p:cNvCxnSpPr>
          <p:nvPr/>
        </p:nvCxnSpPr>
        <p:spPr>
          <a:xfrm>
            <a:off x="6664790" y="2284967"/>
            <a:ext cx="0" cy="3834674"/>
          </a:xfrm>
          <a:prstGeom prst="line">
            <a:avLst/>
          </a:prstGeom>
          <a:solidFill>
            <a:schemeClr val="accent4"/>
          </a:solidFill>
          <a:ln w="19050" cap="rnd" cmpd="sng">
            <a:gradFill flip="none" rotWithShape="1">
              <a:gsLst>
                <a:gs pos="0">
                  <a:srgbClr val="FFD85D">
                    <a:alpha val="35000"/>
                  </a:srgbClr>
                </a:gs>
                <a:gs pos="50000">
                  <a:srgbClr val="DEA900">
                    <a:alpha val="55000"/>
                  </a:srgbClr>
                </a:gs>
                <a:gs pos="100000">
                  <a:srgbClr val="FFD85D">
                    <a:alpha val="35000"/>
                  </a:srgbClr>
                </a:gs>
              </a:gsLst>
              <a:path path="circle">
                <a:fillToRect l="100000" t="100000"/>
              </a:path>
              <a:tileRect r="-100000" b="-100000"/>
            </a:gradFill>
            <a:roun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0906B65-7A2B-C21D-3A5E-F6F5AEDC036A}"/>
              </a:ext>
            </a:extLst>
          </p:cNvPr>
          <p:cNvSpPr txBox="1"/>
          <p:nvPr/>
        </p:nvSpPr>
        <p:spPr>
          <a:xfrm>
            <a:off x="1221351" y="4980419"/>
            <a:ext cx="4403674" cy="1200329"/>
          </a:xfrm>
          <a:prstGeom prst="rect">
            <a:avLst/>
          </a:prstGeom>
          <a:noFill/>
        </p:spPr>
        <p:txBody>
          <a:bodyPr wrap="square" lIns="91440" tIns="45720" rIns="91440" bIns="45720" rtlCol="0" anchor="t">
            <a:spAutoFit/>
          </a:bodyPr>
          <a:lstStyle/>
          <a:p>
            <a:pPr algn="just"/>
            <a:r>
              <a:rPr lang="en-US">
                <a:solidFill>
                  <a:schemeClr val="bg1"/>
                </a:solidFill>
                <a:ea typeface="+mn-lt"/>
                <a:cs typeface="+mn-lt"/>
              </a:rPr>
              <a:t>You need to ensure that the data flow between the production line simulation module and the inventory management system works correctly.</a:t>
            </a:r>
            <a:endParaRPr lang="en-US"/>
          </a:p>
        </p:txBody>
      </p:sp>
      <p:sp>
        <p:nvSpPr>
          <p:cNvPr id="23" name="TextBox 22">
            <a:extLst>
              <a:ext uri="{FF2B5EF4-FFF2-40B4-BE49-F238E27FC236}">
                <a16:creationId xmlns:a16="http://schemas.microsoft.com/office/drawing/2014/main" id="{8646E0F9-2B2B-CD6C-2FDB-DD8DD75C411E}"/>
              </a:ext>
            </a:extLst>
          </p:cNvPr>
          <p:cNvSpPr txBox="1"/>
          <p:nvPr/>
        </p:nvSpPr>
        <p:spPr>
          <a:xfrm>
            <a:off x="1221350" y="2199613"/>
            <a:ext cx="4403674" cy="1200329"/>
          </a:xfrm>
          <a:prstGeom prst="rect">
            <a:avLst/>
          </a:prstGeom>
          <a:noFill/>
        </p:spPr>
        <p:txBody>
          <a:bodyPr wrap="square" lIns="91440" tIns="45720" rIns="91440" bIns="45720" rtlCol="0" anchor="t">
            <a:spAutoFit/>
          </a:bodyPr>
          <a:lstStyle/>
          <a:p>
            <a:pPr algn="just"/>
            <a:r>
              <a:rPr lang="en-US" dirty="0">
                <a:solidFill>
                  <a:schemeClr val="bg1"/>
                </a:solidFill>
                <a:ea typeface="+mn-lt"/>
                <a:cs typeface="+mn-lt"/>
              </a:rPr>
              <a:t>You want to simulate a complete production cycle from raw material input to finished product output and verify the overall system performance.</a:t>
            </a:r>
            <a:endParaRPr lang="en-US" dirty="0">
              <a:solidFill>
                <a:schemeClr val="bg1"/>
              </a:solidFill>
            </a:endParaRPr>
          </a:p>
        </p:txBody>
      </p:sp>
      <p:sp>
        <p:nvSpPr>
          <p:cNvPr id="30" name="TextBox 29">
            <a:extLst>
              <a:ext uri="{FF2B5EF4-FFF2-40B4-BE49-F238E27FC236}">
                <a16:creationId xmlns:a16="http://schemas.microsoft.com/office/drawing/2014/main" id="{1D40FE0E-FAFA-09DD-BF15-B6A8B1C9F951}"/>
              </a:ext>
            </a:extLst>
          </p:cNvPr>
          <p:cNvSpPr txBox="1"/>
          <p:nvPr/>
        </p:nvSpPr>
        <p:spPr>
          <a:xfrm>
            <a:off x="8209978" y="2567625"/>
            <a:ext cx="1450881" cy="461665"/>
          </a:xfrm>
          <a:prstGeom prst="rect">
            <a:avLst/>
          </a:prstGeom>
          <a:noFill/>
        </p:spPr>
        <p:txBody>
          <a:bodyPr wrap="square" lIns="91440" tIns="45720" rIns="91440" bIns="45720" rtlCol="0" anchor="t">
            <a:spAutoFit/>
          </a:bodyPr>
          <a:lstStyle/>
          <a:p>
            <a:r>
              <a:rPr lang="en-US" sz="2400" b="1" dirty="0">
                <a:solidFill>
                  <a:schemeClr val="bg1"/>
                </a:solidFill>
                <a:ea typeface="Calibri"/>
                <a:cs typeface="Calibri"/>
              </a:rPr>
              <a:t>Unit Tests</a:t>
            </a:r>
            <a:endParaRPr lang="en-US" dirty="0">
              <a:solidFill>
                <a:schemeClr val="bg1"/>
              </a:solidFill>
              <a:ea typeface="Calibri" panose="020F0502020204030204"/>
              <a:cs typeface="Calibri" panose="020F0502020204030204"/>
            </a:endParaRPr>
          </a:p>
        </p:txBody>
      </p:sp>
      <p:sp>
        <p:nvSpPr>
          <p:cNvPr id="32" name="TextBox 31">
            <a:extLst>
              <a:ext uri="{FF2B5EF4-FFF2-40B4-BE49-F238E27FC236}">
                <a16:creationId xmlns:a16="http://schemas.microsoft.com/office/drawing/2014/main" id="{BBD20058-2D8C-8B50-55E1-5DE20B16FD1A}"/>
              </a:ext>
            </a:extLst>
          </p:cNvPr>
          <p:cNvSpPr txBox="1"/>
          <p:nvPr/>
        </p:nvSpPr>
        <p:spPr>
          <a:xfrm>
            <a:off x="7774550" y="3972872"/>
            <a:ext cx="2326685" cy="461665"/>
          </a:xfrm>
          <a:prstGeom prst="rect">
            <a:avLst/>
          </a:prstGeom>
          <a:noFill/>
        </p:spPr>
        <p:txBody>
          <a:bodyPr wrap="square" lIns="91440" tIns="45720" rIns="91440" bIns="45720" rtlCol="0" anchor="t">
            <a:spAutoFit/>
          </a:bodyPr>
          <a:lstStyle/>
          <a:p>
            <a:r>
              <a:rPr lang="en-US" sz="2400" b="1" dirty="0">
                <a:solidFill>
                  <a:schemeClr val="bg1"/>
                </a:solidFill>
                <a:ea typeface="Calibri"/>
                <a:cs typeface="Calibri"/>
              </a:rPr>
              <a:t>Integration Tests</a:t>
            </a:r>
          </a:p>
        </p:txBody>
      </p:sp>
      <p:sp>
        <p:nvSpPr>
          <p:cNvPr id="34" name="TextBox 33">
            <a:extLst>
              <a:ext uri="{FF2B5EF4-FFF2-40B4-BE49-F238E27FC236}">
                <a16:creationId xmlns:a16="http://schemas.microsoft.com/office/drawing/2014/main" id="{6AA913F2-C99C-1E0C-A678-CD12F166DBA7}"/>
              </a:ext>
            </a:extLst>
          </p:cNvPr>
          <p:cNvSpPr txBox="1"/>
          <p:nvPr/>
        </p:nvSpPr>
        <p:spPr>
          <a:xfrm>
            <a:off x="7814133" y="5348431"/>
            <a:ext cx="2247517" cy="461665"/>
          </a:xfrm>
          <a:prstGeom prst="rect">
            <a:avLst/>
          </a:prstGeom>
          <a:noFill/>
        </p:spPr>
        <p:txBody>
          <a:bodyPr wrap="square" lIns="91440" tIns="45720" rIns="91440" bIns="45720" rtlCol="0" anchor="t">
            <a:spAutoFit/>
          </a:bodyPr>
          <a:lstStyle/>
          <a:p>
            <a:r>
              <a:rPr lang="en-US" sz="2400" b="1" dirty="0">
                <a:solidFill>
                  <a:schemeClr val="bg1"/>
                </a:solidFill>
                <a:ea typeface="Calibri"/>
                <a:cs typeface="Calibri"/>
              </a:rPr>
              <a:t>End to </a:t>
            </a:r>
            <a:r>
              <a:rPr lang="en-US" sz="2400" b="1">
                <a:solidFill>
                  <a:schemeClr val="bg1"/>
                </a:solidFill>
                <a:ea typeface="Calibri"/>
                <a:cs typeface="Calibri"/>
              </a:rPr>
              <a:t>End Tests</a:t>
            </a:r>
            <a:endParaRPr lang="en-US" dirty="0" err="1">
              <a:solidFill>
                <a:schemeClr val="bg1"/>
              </a:solidFill>
              <a:ea typeface="Calibri" panose="020F0502020204030204"/>
              <a:cs typeface="Calibri" panose="020F0502020204030204"/>
            </a:endParaRPr>
          </a:p>
        </p:txBody>
      </p:sp>
      <p:sp>
        <p:nvSpPr>
          <p:cNvPr id="20" name="Rectangle 19">
            <a:extLst>
              <a:ext uri="{FF2B5EF4-FFF2-40B4-BE49-F238E27FC236}">
                <a16:creationId xmlns:a16="http://schemas.microsoft.com/office/drawing/2014/main" id="{58FBCD9E-045B-C228-D295-3241A28F4DDD}"/>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4" name="Rectangle 23">
            <a:extLst>
              <a:ext uri="{FF2B5EF4-FFF2-40B4-BE49-F238E27FC236}">
                <a16:creationId xmlns:a16="http://schemas.microsoft.com/office/drawing/2014/main" id="{D13DF417-F2C6-9E5F-B956-24B9F8BB2104}"/>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dirty="0">
                <a:solidFill>
                  <a:schemeClr val="bg1"/>
                </a:solidFill>
              </a:rPr>
              <a:t>Presenter:​Ana</a:t>
            </a:r>
          </a:p>
        </p:txBody>
      </p:sp>
    </p:spTree>
    <p:extLst>
      <p:ext uri="{BB962C8B-B14F-4D97-AF65-F5344CB8AC3E}">
        <p14:creationId xmlns:p14="http://schemas.microsoft.com/office/powerpoint/2010/main" val="2034220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418306"/>
            <a:ext cx="4381651" cy="946282"/>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Exercise  - Solution</a:t>
            </a:r>
            <a:endParaRPr lang="en-US" altLang="ko-KR" dirty="0">
              <a:solidFill>
                <a:schemeClr val="bg1"/>
              </a:solidFill>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38" name="TextBox 37">
            <a:extLst>
              <a:ext uri="{FF2B5EF4-FFF2-40B4-BE49-F238E27FC236}">
                <a16:creationId xmlns:a16="http://schemas.microsoft.com/office/drawing/2014/main" id="{07309D4F-450B-3C2B-6F40-EC3CF87EF555}"/>
              </a:ext>
            </a:extLst>
          </p:cNvPr>
          <p:cNvSpPr txBox="1"/>
          <p:nvPr/>
        </p:nvSpPr>
        <p:spPr>
          <a:xfrm>
            <a:off x="1619172" y="1370197"/>
            <a:ext cx="7109329" cy="830997"/>
          </a:xfrm>
          <a:prstGeom prst="rect">
            <a:avLst/>
          </a:prstGeom>
          <a:noFill/>
        </p:spPr>
        <p:txBody>
          <a:bodyPr wrap="square" lIns="91440" tIns="45720" rIns="91440" bIns="45720" rtlCol="0" anchor="t">
            <a:spAutoFit/>
          </a:bodyPr>
          <a:lstStyle/>
          <a:p>
            <a:r>
              <a:rPr lang="en-US" sz="2400" b="1" dirty="0">
                <a:solidFill>
                  <a:schemeClr val="bg1"/>
                </a:solidFill>
              </a:rPr>
              <a:t>Identify each type of tests for the given scenarios</a:t>
            </a:r>
            <a:endParaRPr lang="en-US" dirty="0">
              <a:solidFill>
                <a:schemeClr val="bg1"/>
              </a:solidFill>
            </a:endParaRPr>
          </a:p>
          <a:p>
            <a:endParaRPr lang="en-US" sz="2400" b="1" dirty="0">
              <a:solidFill>
                <a:schemeClr val="bg1"/>
              </a:solidFill>
              <a:ea typeface="Calibri"/>
              <a:cs typeface="Calibri"/>
            </a:endParaRPr>
          </a:p>
        </p:txBody>
      </p:sp>
      <p:sp>
        <p:nvSpPr>
          <p:cNvPr id="16" name="TextBox 15">
            <a:extLst>
              <a:ext uri="{FF2B5EF4-FFF2-40B4-BE49-F238E27FC236}">
                <a16:creationId xmlns:a16="http://schemas.microsoft.com/office/drawing/2014/main" id="{5A6F5D52-C553-E2B3-C247-C1CB74ECDAF4}"/>
              </a:ext>
            </a:extLst>
          </p:cNvPr>
          <p:cNvSpPr txBox="1"/>
          <p:nvPr/>
        </p:nvSpPr>
        <p:spPr>
          <a:xfrm>
            <a:off x="1221352" y="3743406"/>
            <a:ext cx="4403674" cy="923330"/>
          </a:xfrm>
          <a:prstGeom prst="rect">
            <a:avLst/>
          </a:prstGeom>
          <a:noFill/>
        </p:spPr>
        <p:txBody>
          <a:bodyPr wrap="square" lIns="91440" tIns="45720" rIns="91440" bIns="45720" rtlCol="0" anchor="t">
            <a:spAutoFit/>
          </a:bodyPr>
          <a:lstStyle/>
          <a:p>
            <a:pPr algn="just"/>
            <a:r>
              <a:rPr lang="en-US" dirty="0">
                <a:solidFill>
                  <a:schemeClr val="bg1"/>
                </a:solidFill>
                <a:ea typeface="+mn-lt"/>
                <a:cs typeface="+mn-lt"/>
              </a:rPr>
              <a:t>You have a function that calculates the efficiency of a production line based on input parameters like speed and downtime.</a:t>
            </a:r>
            <a:endParaRPr lang="en-US" dirty="0">
              <a:solidFill>
                <a:schemeClr val="bg1"/>
              </a:solidFill>
              <a:ea typeface="Calibri"/>
              <a:cs typeface="Calibri"/>
            </a:endParaRPr>
          </a:p>
        </p:txBody>
      </p:sp>
      <p:sp>
        <p:nvSpPr>
          <p:cNvPr id="15" name="TextBox 14">
            <a:extLst>
              <a:ext uri="{FF2B5EF4-FFF2-40B4-BE49-F238E27FC236}">
                <a16:creationId xmlns:a16="http://schemas.microsoft.com/office/drawing/2014/main" id="{A0906B65-7A2B-C21D-3A5E-F6F5AEDC036A}"/>
              </a:ext>
            </a:extLst>
          </p:cNvPr>
          <p:cNvSpPr txBox="1"/>
          <p:nvPr/>
        </p:nvSpPr>
        <p:spPr>
          <a:xfrm>
            <a:off x="1221351" y="4980419"/>
            <a:ext cx="4403674" cy="1200329"/>
          </a:xfrm>
          <a:prstGeom prst="rect">
            <a:avLst/>
          </a:prstGeom>
          <a:noFill/>
        </p:spPr>
        <p:txBody>
          <a:bodyPr wrap="square" lIns="91440" tIns="45720" rIns="91440" bIns="45720" rtlCol="0" anchor="t">
            <a:spAutoFit/>
          </a:bodyPr>
          <a:lstStyle/>
          <a:p>
            <a:pPr algn="just"/>
            <a:r>
              <a:rPr lang="en-US">
                <a:solidFill>
                  <a:schemeClr val="bg1"/>
                </a:solidFill>
                <a:ea typeface="+mn-lt"/>
                <a:cs typeface="+mn-lt"/>
              </a:rPr>
              <a:t>You need to ensure that the data flow between the production line simulation module and the inventory management system works correctly.</a:t>
            </a:r>
            <a:endParaRPr lang="en-US"/>
          </a:p>
        </p:txBody>
      </p:sp>
      <p:sp>
        <p:nvSpPr>
          <p:cNvPr id="23" name="TextBox 22">
            <a:extLst>
              <a:ext uri="{FF2B5EF4-FFF2-40B4-BE49-F238E27FC236}">
                <a16:creationId xmlns:a16="http://schemas.microsoft.com/office/drawing/2014/main" id="{8646E0F9-2B2B-CD6C-2FDB-DD8DD75C411E}"/>
              </a:ext>
            </a:extLst>
          </p:cNvPr>
          <p:cNvSpPr txBox="1"/>
          <p:nvPr/>
        </p:nvSpPr>
        <p:spPr>
          <a:xfrm>
            <a:off x="1221350" y="2199613"/>
            <a:ext cx="4403674" cy="1200329"/>
          </a:xfrm>
          <a:prstGeom prst="rect">
            <a:avLst/>
          </a:prstGeom>
          <a:noFill/>
        </p:spPr>
        <p:txBody>
          <a:bodyPr wrap="square" lIns="91440" tIns="45720" rIns="91440" bIns="45720" rtlCol="0" anchor="t">
            <a:spAutoFit/>
          </a:bodyPr>
          <a:lstStyle/>
          <a:p>
            <a:pPr algn="just"/>
            <a:r>
              <a:rPr lang="en-US" dirty="0">
                <a:solidFill>
                  <a:schemeClr val="bg1"/>
                </a:solidFill>
                <a:ea typeface="+mn-lt"/>
                <a:cs typeface="+mn-lt"/>
              </a:rPr>
              <a:t>You want to simulate a complete production cycle from raw material input to finished product output and verify the overall system performance.</a:t>
            </a:r>
            <a:endParaRPr lang="en-US" dirty="0">
              <a:solidFill>
                <a:schemeClr val="bg1"/>
              </a:solidFill>
            </a:endParaRPr>
          </a:p>
        </p:txBody>
      </p:sp>
      <p:sp>
        <p:nvSpPr>
          <p:cNvPr id="30" name="TextBox 29">
            <a:extLst>
              <a:ext uri="{FF2B5EF4-FFF2-40B4-BE49-F238E27FC236}">
                <a16:creationId xmlns:a16="http://schemas.microsoft.com/office/drawing/2014/main" id="{1D40FE0E-FAFA-09DD-BF15-B6A8B1C9F951}"/>
              </a:ext>
            </a:extLst>
          </p:cNvPr>
          <p:cNvSpPr txBox="1"/>
          <p:nvPr/>
        </p:nvSpPr>
        <p:spPr>
          <a:xfrm>
            <a:off x="7962575" y="2567625"/>
            <a:ext cx="1945686" cy="461665"/>
          </a:xfrm>
          <a:prstGeom prst="rect">
            <a:avLst/>
          </a:prstGeom>
          <a:noFill/>
        </p:spPr>
        <p:txBody>
          <a:bodyPr wrap="square" lIns="91440" tIns="45720" rIns="91440" bIns="45720" rtlCol="0" anchor="t">
            <a:spAutoFit/>
          </a:bodyPr>
          <a:lstStyle/>
          <a:p>
            <a:pPr algn="ctr"/>
            <a:r>
              <a:rPr lang="en-US" sz="2400" b="1" dirty="0">
                <a:solidFill>
                  <a:schemeClr val="bg1"/>
                </a:solidFill>
                <a:ea typeface="Calibri"/>
                <a:cs typeface="Calibri"/>
              </a:rPr>
              <a:t>Unit Tests</a:t>
            </a:r>
            <a:endParaRPr lang="en-US" dirty="0">
              <a:solidFill>
                <a:schemeClr val="bg1"/>
              </a:solidFill>
              <a:ea typeface="Calibri" panose="020F0502020204030204"/>
              <a:cs typeface="Calibri" panose="020F0502020204030204"/>
            </a:endParaRPr>
          </a:p>
        </p:txBody>
      </p:sp>
      <p:sp>
        <p:nvSpPr>
          <p:cNvPr id="32" name="TextBox 31">
            <a:extLst>
              <a:ext uri="{FF2B5EF4-FFF2-40B4-BE49-F238E27FC236}">
                <a16:creationId xmlns:a16="http://schemas.microsoft.com/office/drawing/2014/main" id="{BBD20058-2D8C-8B50-55E1-5DE20B16FD1A}"/>
              </a:ext>
            </a:extLst>
          </p:cNvPr>
          <p:cNvSpPr txBox="1"/>
          <p:nvPr/>
        </p:nvSpPr>
        <p:spPr>
          <a:xfrm>
            <a:off x="7700329" y="3972872"/>
            <a:ext cx="2470178" cy="461665"/>
          </a:xfrm>
          <a:prstGeom prst="rect">
            <a:avLst/>
          </a:prstGeom>
          <a:noFill/>
        </p:spPr>
        <p:txBody>
          <a:bodyPr wrap="square" lIns="91440" tIns="45720" rIns="91440" bIns="45720" rtlCol="0" anchor="t">
            <a:spAutoFit/>
          </a:bodyPr>
          <a:lstStyle/>
          <a:p>
            <a:pPr algn="ctr"/>
            <a:r>
              <a:rPr lang="en-US" sz="2400" b="1" dirty="0">
                <a:solidFill>
                  <a:schemeClr val="bg1"/>
                </a:solidFill>
                <a:ea typeface="Calibri"/>
                <a:cs typeface="Calibri"/>
              </a:rPr>
              <a:t>Integration Tests</a:t>
            </a:r>
          </a:p>
        </p:txBody>
      </p:sp>
      <p:sp>
        <p:nvSpPr>
          <p:cNvPr id="34" name="TextBox 33">
            <a:extLst>
              <a:ext uri="{FF2B5EF4-FFF2-40B4-BE49-F238E27FC236}">
                <a16:creationId xmlns:a16="http://schemas.microsoft.com/office/drawing/2014/main" id="{6AA913F2-C99C-1E0C-A678-CD12F166DBA7}"/>
              </a:ext>
            </a:extLst>
          </p:cNvPr>
          <p:cNvSpPr txBox="1"/>
          <p:nvPr/>
        </p:nvSpPr>
        <p:spPr>
          <a:xfrm>
            <a:off x="7814133" y="5348431"/>
            <a:ext cx="2247517" cy="461665"/>
          </a:xfrm>
          <a:prstGeom prst="rect">
            <a:avLst/>
          </a:prstGeom>
          <a:noFill/>
        </p:spPr>
        <p:txBody>
          <a:bodyPr wrap="square" lIns="91440" tIns="45720" rIns="91440" bIns="45720" rtlCol="0" anchor="t">
            <a:spAutoFit/>
          </a:bodyPr>
          <a:lstStyle/>
          <a:p>
            <a:pPr algn="ctr"/>
            <a:r>
              <a:rPr lang="en-US" sz="2400" b="1" dirty="0">
                <a:solidFill>
                  <a:schemeClr val="bg1"/>
                </a:solidFill>
                <a:ea typeface="Calibri"/>
                <a:cs typeface="Calibri"/>
              </a:rPr>
              <a:t>End to </a:t>
            </a:r>
            <a:r>
              <a:rPr lang="en-US" sz="2400" b="1">
                <a:solidFill>
                  <a:schemeClr val="bg1"/>
                </a:solidFill>
                <a:ea typeface="Calibri"/>
                <a:cs typeface="Calibri"/>
              </a:rPr>
              <a:t>End Tests</a:t>
            </a:r>
            <a:endParaRPr lang="en-US" dirty="0" err="1">
              <a:solidFill>
                <a:schemeClr val="bg1"/>
              </a:solidFill>
              <a:ea typeface="Calibri" panose="020F0502020204030204"/>
              <a:cs typeface="Calibri" panose="020F0502020204030204"/>
            </a:endParaRPr>
          </a:p>
        </p:txBody>
      </p:sp>
      <p:cxnSp>
        <p:nvCxnSpPr>
          <p:cNvPr id="19" name="Straight Connector 18">
            <a:extLst>
              <a:ext uri="{FF2B5EF4-FFF2-40B4-BE49-F238E27FC236}">
                <a16:creationId xmlns:a16="http://schemas.microsoft.com/office/drawing/2014/main" id="{6ACD6235-5134-5B0D-271B-641F517575D3}"/>
              </a:ext>
            </a:extLst>
          </p:cNvPr>
          <p:cNvCxnSpPr>
            <a:cxnSpLocks/>
          </p:cNvCxnSpPr>
          <p:nvPr/>
        </p:nvCxnSpPr>
        <p:spPr>
          <a:xfrm>
            <a:off x="5640543" y="2591746"/>
            <a:ext cx="2246415" cy="2973714"/>
          </a:xfrm>
          <a:prstGeom prst="line">
            <a:avLst/>
          </a:prstGeom>
          <a:solidFill>
            <a:schemeClr val="accent4"/>
          </a:solidFill>
          <a:ln w="19050" cap="rnd" cmpd="sng">
            <a:gradFill flip="none" rotWithShape="1">
              <a:gsLst>
                <a:gs pos="0">
                  <a:srgbClr val="FFD85D">
                    <a:alpha val="35000"/>
                  </a:srgbClr>
                </a:gs>
                <a:gs pos="50000">
                  <a:srgbClr val="DEA900">
                    <a:alpha val="55000"/>
                  </a:srgbClr>
                </a:gs>
                <a:gs pos="100000">
                  <a:srgbClr val="FFD85D">
                    <a:alpha val="35000"/>
                  </a:srgbClr>
                </a:gs>
              </a:gsLst>
              <a:path path="circle">
                <a:fillToRect l="100000" t="100000"/>
              </a:path>
              <a:tileRect r="-100000" b="-100000"/>
            </a:gradFill>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A21FCB2-9B86-27B7-A20E-A61A30CCD233}"/>
              </a:ext>
            </a:extLst>
          </p:cNvPr>
          <p:cNvCxnSpPr>
            <a:cxnSpLocks/>
          </p:cNvCxnSpPr>
          <p:nvPr/>
        </p:nvCxnSpPr>
        <p:spPr>
          <a:xfrm flipV="1">
            <a:off x="5635595" y="2819292"/>
            <a:ext cx="2602674" cy="1390467"/>
          </a:xfrm>
          <a:prstGeom prst="line">
            <a:avLst/>
          </a:prstGeom>
          <a:solidFill>
            <a:schemeClr val="accent4"/>
          </a:solidFill>
          <a:ln w="19050" cap="rnd" cmpd="sng">
            <a:gradFill flip="none" rotWithShape="1">
              <a:gsLst>
                <a:gs pos="0">
                  <a:srgbClr val="FFD85D">
                    <a:alpha val="35000"/>
                  </a:srgbClr>
                </a:gs>
                <a:gs pos="50000">
                  <a:srgbClr val="DEA900">
                    <a:alpha val="55000"/>
                  </a:srgbClr>
                </a:gs>
                <a:gs pos="100000">
                  <a:srgbClr val="FFD85D">
                    <a:alpha val="35000"/>
                  </a:srgbClr>
                </a:gs>
              </a:gsLst>
              <a:path path="circle">
                <a:fillToRect l="100000" t="100000"/>
              </a:path>
              <a:tileRect r="-100000" b="-100000"/>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A5CFC82-0424-93E7-D04B-D192C0D48B50}"/>
              </a:ext>
            </a:extLst>
          </p:cNvPr>
          <p:cNvCxnSpPr>
            <a:cxnSpLocks/>
          </p:cNvCxnSpPr>
          <p:nvPr/>
        </p:nvCxnSpPr>
        <p:spPr>
          <a:xfrm flipV="1">
            <a:off x="5670232" y="4234435"/>
            <a:ext cx="2112818" cy="1276662"/>
          </a:xfrm>
          <a:prstGeom prst="line">
            <a:avLst/>
          </a:prstGeom>
          <a:solidFill>
            <a:schemeClr val="accent4"/>
          </a:solidFill>
          <a:ln w="19050" cap="rnd" cmpd="sng">
            <a:gradFill flip="none" rotWithShape="1">
              <a:gsLst>
                <a:gs pos="0">
                  <a:srgbClr val="FFD85D">
                    <a:alpha val="35000"/>
                  </a:srgbClr>
                </a:gs>
                <a:gs pos="50000">
                  <a:srgbClr val="DEA900">
                    <a:alpha val="55000"/>
                  </a:srgbClr>
                </a:gs>
                <a:gs pos="100000">
                  <a:srgbClr val="FFD85D">
                    <a:alpha val="35000"/>
                  </a:srgbClr>
                </a:gs>
              </a:gsLst>
              <a:path path="circle">
                <a:fillToRect l="100000" t="100000"/>
              </a:path>
              <a:tileRect r="-100000" b="-100000"/>
            </a:gradFill>
            <a:round/>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20CD4BF-33E8-D771-2445-F4176C275831}"/>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5" name="Rectangle 24">
            <a:extLst>
              <a:ext uri="{FF2B5EF4-FFF2-40B4-BE49-F238E27FC236}">
                <a16:creationId xmlns:a16="http://schemas.microsoft.com/office/drawing/2014/main" id="{61A1D4BC-3D7F-4FEB-1C2B-1028E5FCA806}"/>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dirty="0">
                <a:solidFill>
                  <a:schemeClr val="bg1"/>
                </a:solidFill>
              </a:rPr>
              <a:t>Presenter:​Ana</a:t>
            </a:r>
          </a:p>
        </p:txBody>
      </p:sp>
    </p:spTree>
    <p:extLst>
      <p:ext uri="{BB962C8B-B14F-4D97-AF65-F5344CB8AC3E}">
        <p14:creationId xmlns:p14="http://schemas.microsoft.com/office/powerpoint/2010/main" val="1328178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418306"/>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Unit Testing</a:t>
            </a:r>
            <a:endParaRPr lang="ko-KR" altLang="en-US" sz="4000" dirty="0">
              <a:solidFill>
                <a:schemeClr val="bg1"/>
              </a:solidFill>
              <a:latin typeface="+mj-lt"/>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38" name="TextBox 37">
            <a:extLst>
              <a:ext uri="{FF2B5EF4-FFF2-40B4-BE49-F238E27FC236}">
                <a16:creationId xmlns:a16="http://schemas.microsoft.com/office/drawing/2014/main" id="{07309D4F-450B-3C2B-6F40-EC3CF87EF555}"/>
              </a:ext>
            </a:extLst>
          </p:cNvPr>
          <p:cNvSpPr txBox="1"/>
          <p:nvPr/>
        </p:nvSpPr>
        <p:spPr>
          <a:xfrm>
            <a:off x="1619173" y="1370197"/>
            <a:ext cx="2658206" cy="461665"/>
          </a:xfrm>
          <a:prstGeom prst="rect">
            <a:avLst/>
          </a:prstGeom>
          <a:noFill/>
        </p:spPr>
        <p:txBody>
          <a:bodyPr wrap="square" lIns="91440" tIns="45720" rIns="91440" bIns="45720" rtlCol="0" anchor="t">
            <a:spAutoFit/>
          </a:bodyPr>
          <a:lstStyle/>
          <a:p>
            <a:r>
              <a:rPr lang="en-US" sz="2400" b="1" dirty="0">
                <a:solidFill>
                  <a:schemeClr val="bg1"/>
                </a:solidFill>
                <a:ea typeface="Calibri"/>
                <a:cs typeface="Calibri"/>
              </a:rPr>
              <a:t>Tools and Libraries</a:t>
            </a:r>
          </a:p>
        </p:txBody>
      </p:sp>
      <p:cxnSp>
        <p:nvCxnSpPr>
          <p:cNvPr id="22" name="Straight Connector 21">
            <a:extLst>
              <a:ext uri="{FF2B5EF4-FFF2-40B4-BE49-F238E27FC236}">
                <a16:creationId xmlns:a16="http://schemas.microsoft.com/office/drawing/2014/main" id="{FD7800D8-92FF-AFE3-305A-41B8A404C5E5}"/>
              </a:ext>
            </a:extLst>
          </p:cNvPr>
          <p:cNvCxnSpPr>
            <a:cxnSpLocks/>
          </p:cNvCxnSpPr>
          <p:nvPr/>
        </p:nvCxnSpPr>
        <p:spPr>
          <a:xfrm>
            <a:off x="6115556" y="2047461"/>
            <a:ext cx="0" cy="3834674"/>
          </a:xfrm>
          <a:prstGeom prst="line">
            <a:avLst/>
          </a:prstGeom>
          <a:solidFill>
            <a:schemeClr val="accent4"/>
          </a:solidFill>
          <a:ln w="19050" cap="rnd" cmpd="sng">
            <a:gradFill flip="none" rotWithShape="1">
              <a:gsLst>
                <a:gs pos="0">
                  <a:srgbClr val="FFD85D">
                    <a:alpha val="35000"/>
                  </a:srgbClr>
                </a:gs>
                <a:gs pos="50000">
                  <a:srgbClr val="DEA900">
                    <a:alpha val="55000"/>
                  </a:srgbClr>
                </a:gs>
                <a:gs pos="100000">
                  <a:srgbClr val="FFD85D">
                    <a:alpha val="35000"/>
                  </a:srgbClr>
                </a:gs>
              </a:gsLst>
              <a:path path="circle">
                <a:fillToRect l="100000" t="100000"/>
              </a:path>
              <a:tileRect r="-100000" b="-100000"/>
            </a:gradFill>
            <a:roun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46B4625-B401-51B4-F077-CA78C16EC09B}"/>
              </a:ext>
            </a:extLst>
          </p:cNvPr>
          <p:cNvSpPr txBox="1"/>
          <p:nvPr/>
        </p:nvSpPr>
        <p:spPr>
          <a:xfrm>
            <a:off x="1619172" y="2062924"/>
            <a:ext cx="1173789" cy="471561"/>
          </a:xfrm>
          <a:prstGeom prst="rect">
            <a:avLst/>
          </a:prstGeom>
          <a:noFill/>
        </p:spPr>
        <p:txBody>
          <a:bodyPr wrap="square" lIns="91440" tIns="45720" rIns="91440" bIns="45720" rtlCol="0" anchor="t">
            <a:spAutoFit/>
          </a:bodyPr>
          <a:lstStyle/>
          <a:p>
            <a:pPr algn="ctr"/>
            <a:r>
              <a:rPr lang="en-US" sz="2400" b="1" dirty="0" err="1">
                <a:solidFill>
                  <a:schemeClr val="bg1"/>
                </a:solidFill>
                <a:ea typeface="Calibri"/>
                <a:cs typeface="Calibri"/>
              </a:rPr>
              <a:t>unittest</a:t>
            </a:r>
          </a:p>
        </p:txBody>
      </p:sp>
      <p:sp>
        <p:nvSpPr>
          <p:cNvPr id="29" name="TextBox 28">
            <a:extLst>
              <a:ext uri="{FF2B5EF4-FFF2-40B4-BE49-F238E27FC236}">
                <a16:creationId xmlns:a16="http://schemas.microsoft.com/office/drawing/2014/main" id="{B2C88EC5-9893-90BD-4CCB-3943DC0B3925}"/>
              </a:ext>
            </a:extLst>
          </p:cNvPr>
          <p:cNvSpPr txBox="1"/>
          <p:nvPr/>
        </p:nvSpPr>
        <p:spPr>
          <a:xfrm>
            <a:off x="6923483" y="2062924"/>
            <a:ext cx="1173789" cy="471561"/>
          </a:xfrm>
          <a:prstGeom prst="rect">
            <a:avLst/>
          </a:prstGeom>
          <a:noFill/>
        </p:spPr>
        <p:txBody>
          <a:bodyPr wrap="square" lIns="91440" tIns="45720" rIns="91440" bIns="45720" rtlCol="0" anchor="t">
            <a:spAutoFit/>
          </a:bodyPr>
          <a:lstStyle/>
          <a:p>
            <a:pPr algn="ctr"/>
            <a:r>
              <a:rPr lang="en-US" sz="2400" b="1" dirty="0" err="1">
                <a:solidFill>
                  <a:schemeClr val="bg1"/>
                </a:solidFill>
                <a:ea typeface="Calibri"/>
                <a:cs typeface="Calibri"/>
              </a:rPr>
              <a:t>pytest</a:t>
            </a:r>
          </a:p>
        </p:txBody>
      </p:sp>
      <p:sp>
        <p:nvSpPr>
          <p:cNvPr id="31" name="TextBox 30">
            <a:extLst>
              <a:ext uri="{FF2B5EF4-FFF2-40B4-BE49-F238E27FC236}">
                <a16:creationId xmlns:a16="http://schemas.microsoft.com/office/drawing/2014/main" id="{42C844ED-DF80-AAAA-D91F-328D09F031CB}"/>
              </a:ext>
            </a:extLst>
          </p:cNvPr>
          <p:cNvSpPr txBox="1"/>
          <p:nvPr/>
        </p:nvSpPr>
        <p:spPr>
          <a:xfrm>
            <a:off x="1617196" y="2679576"/>
            <a:ext cx="4042466" cy="163121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000" dirty="0">
                <a:solidFill>
                  <a:schemeClr val="bg1"/>
                </a:solidFill>
                <a:ea typeface="+mn-lt"/>
                <a:cs typeface="+mn-lt"/>
              </a:rPr>
              <a:t>A built-in Python module that provides a framework for writing and running tests. </a:t>
            </a:r>
            <a:endParaRPr lang="en-US" dirty="0">
              <a:solidFill>
                <a:schemeClr val="bg1"/>
              </a:solidFill>
              <a:ea typeface="+mn-lt"/>
              <a:cs typeface="+mn-lt"/>
            </a:endParaRPr>
          </a:p>
          <a:p>
            <a:pPr marL="285750" indent="-285750">
              <a:buFont typeface="Arial" panose="020B0604020202020204" pitchFamily="34" charset="0"/>
              <a:buChar char="•"/>
            </a:pPr>
            <a:r>
              <a:rPr lang="en-US" sz="2000" dirty="0">
                <a:solidFill>
                  <a:schemeClr val="bg1"/>
                </a:solidFill>
                <a:ea typeface="+mn-lt"/>
                <a:cs typeface="+mn-lt"/>
              </a:rPr>
              <a:t>It is inspired by JUnit and is part of the Python Standard Library.</a:t>
            </a:r>
            <a:endParaRPr lang="en-US" dirty="0">
              <a:solidFill>
                <a:schemeClr val="bg1"/>
              </a:solidFill>
              <a:ea typeface="Calibri"/>
              <a:cs typeface="Calibri"/>
            </a:endParaRPr>
          </a:p>
        </p:txBody>
      </p:sp>
      <p:sp>
        <p:nvSpPr>
          <p:cNvPr id="32" name="TextBox 31">
            <a:extLst>
              <a:ext uri="{FF2B5EF4-FFF2-40B4-BE49-F238E27FC236}">
                <a16:creationId xmlns:a16="http://schemas.microsoft.com/office/drawing/2014/main" id="{57FA9198-C20C-0B3E-9185-EDA8D8B9B33D}"/>
              </a:ext>
            </a:extLst>
          </p:cNvPr>
          <p:cNvSpPr txBox="1"/>
          <p:nvPr/>
        </p:nvSpPr>
        <p:spPr>
          <a:xfrm>
            <a:off x="6921507" y="2679575"/>
            <a:ext cx="4042466" cy="3170099"/>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en-US" sz="2000" dirty="0">
                <a:solidFill>
                  <a:schemeClr val="bg1"/>
                </a:solidFill>
                <a:latin typeface="Calibri"/>
                <a:ea typeface="+mn-lt"/>
                <a:cs typeface="+mn-lt"/>
              </a:rPr>
              <a:t>A powerful testing framework that simplifies writing small </a:t>
            </a:r>
            <a:r>
              <a:rPr lang="en-US" sz="2000">
                <a:solidFill>
                  <a:schemeClr val="bg1"/>
                </a:solidFill>
                <a:latin typeface="Calibri"/>
                <a:ea typeface="+mn-lt"/>
                <a:cs typeface="+mn-lt"/>
              </a:rPr>
              <a:t>tests </a:t>
            </a:r>
            <a:r>
              <a:rPr lang="en-US" sz="2000" dirty="0">
                <a:solidFill>
                  <a:schemeClr val="bg1"/>
                </a:solidFill>
                <a:latin typeface="Calibri"/>
                <a:ea typeface="+mn-lt"/>
                <a:cs typeface="+mn-lt"/>
              </a:rPr>
              <a:t>yet scales to support complex functional testing. </a:t>
            </a:r>
            <a:endParaRPr lang="en-US" dirty="0">
              <a:solidFill>
                <a:schemeClr val="bg1"/>
              </a:solidFill>
              <a:latin typeface="Calibri"/>
              <a:ea typeface="+mn-lt"/>
              <a:cs typeface="+mn-lt"/>
            </a:endParaRPr>
          </a:p>
          <a:p>
            <a:pPr marL="342900" indent="-342900">
              <a:buFont typeface="Arial" panose="020B0604020202020204" pitchFamily="34" charset="0"/>
              <a:buChar char="•"/>
            </a:pPr>
            <a:r>
              <a:rPr lang="en-US" sz="2000" dirty="0">
                <a:solidFill>
                  <a:schemeClr val="bg1"/>
                </a:solidFill>
                <a:latin typeface="Calibri"/>
                <a:ea typeface="+mn-lt"/>
                <a:cs typeface="+mn-lt"/>
              </a:rPr>
              <a:t>It offers features like:</a:t>
            </a:r>
            <a:endParaRPr lang="en-US" dirty="0">
              <a:solidFill>
                <a:schemeClr val="bg1"/>
              </a:solidFill>
              <a:latin typeface="Calibri"/>
              <a:ea typeface="+mn-lt"/>
              <a:cs typeface="+mn-lt"/>
            </a:endParaRPr>
          </a:p>
          <a:p>
            <a:pPr marL="800100" lvl="1" indent="-342900">
              <a:buFont typeface="Courier New" panose="020B0604020202020204" pitchFamily="34" charset="0"/>
              <a:buChar char="o"/>
            </a:pPr>
            <a:r>
              <a:rPr lang="en-US" sz="2000" dirty="0">
                <a:solidFill>
                  <a:schemeClr val="bg1"/>
                </a:solidFill>
                <a:latin typeface="Calibri"/>
                <a:ea typeface="+mn-lt"/>
                <a:cs typeface="+mn-lt"/>
              </a:rPr>
              <a:t>Fixtures</a:t>
            </a:r>
            <a:endParaRPr lang="en-US" dirty="0">
              <a:solidFill>
                <a:schemeClr val="bg1"/>
              </a:solidFill>
              <a:latin typeface="Calibri"/>
              <a:ea typeface="+mn-lt"/>
              <a:cs typeface="+mn-lt"/>
            </a:endParaRPr>
          </a:p>
          <a:p>
            <a:pPr marL="800100" lvl="1" indent="-342900">
              <a:buFont typeface="Courier New" panose="020B0604020202020204" pitchFamily="34" charset="0"/>
              <a:buChar char="o"/>
            </a:pPr>
            <a:r>
              <a:rPr lang="en-US" sz="2000" dirty="0">
                <a:solidFill>
                  <a:schemeClr val="bg1"/>
                </a:solidFill>
                <a:latin typeface="Calibri"/>
                <a:ea typeface="+mn-lt"/>
                <a:cs typeface="+mn-lt"/>
              </a:rPr>
              <a:t>Parameterized testing</a:t>
            </a:r>
            <a:endParaRPr lang="en-US" dirty="0">
              <a:solidFill>
                <a:schemeClr val="bg1"/>
              </a:solidFill>
              <a:latin typeface="Calibri"/>
              <a:ea typeface="+mn-lt"/>
              <a:cs typeface="+mn-lt"/>
            </a:endParaRPr>
          </a:p>
          <a:p>
            <a:pPr marL="800100" lvl="1" indent="-342900">
              <a:buFont typeface="Courier New" panose="020B0604020202020204" pitchFamily="34" charset="0"/>
              <a:buChar char="o"/>
            </a:pPr>
            <a:r>
              <a:rPr lang="en-US" sz="2000" dirty="0">
                <a:solidFill>
                  <a:schemeClr val="bg1"/>
                </a:solidFill>
                <a:latin typeface="Calibri"/>
                <a:ea typeface="+mn-lt"/>
                <a:cs typeface="+mn-lt"/>
              </a:rPr>
              <a:t>Easy integration with other tools.</a:t>
            </a:r>
            <a:endParaRPr lang="en-US">
              <a:solidFill>
                <a:schemeClr val="bg1"/>
              </a:solidFill>
              <a:latin typeface="Calibri"/>
              <a:ea typeface="+mn-lt"/>
              <a:cs typeface="+mn-lt"/>
            </a:endParaRPr>
          </a:p>
          <a:p>
            <a:pPr marL="285750" indent="-285750">
              <a:buFont typeface="Arial" panose="020B0604020202020204" pitchFamily="34" charset="0"/>
              <a:buChar char="•"/>
            </a:pPr>
            <a:endParaRPr lang="en-US" sz="2000" dirty="0">
              <a:solidFill>
                <a:schemeClr val="bg1"/>
              </a:solidFill>
              <a:latin typeface="Calibri"/>
              <a:ea typeface="Calibri"/>
              <a:cs typeface="Calibri"/>
            </a:endParaRPr>
          </a:p>
        </p:txBody>
      </p:sp>
      <p:sp>
        <p:nvSpPr>
          <p:cNvPr id="16" name="Rectangle 15">
            <a:extLst>
              <a:ext uri="{FF2B5EF4-FFF2-40B4-BE49-F238E27FC236}">
                <a16:creationId xmlns:a16="http://schemas.microsoft.com/office/drawing/2014/main" id="{60B3B7C4-9282-FE69-200F-68930242ED07}"/>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0" name="Rectangle 19">
            <a:extLst>
              <a:ext uri="{FF2B5EF4-FFF2-40B4-BE49-F238E27FC236}">
                <a16:creationId xmlns:a16="http://schemas.microsoft.com/office/drawing/2014/main" id="{E227AA74-42A3-F850-4D44-74988D9E2CB7}"/>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dirty="0">
                <a:solidFill>
                  <a:schemeClr val="bg1"/>
                </a:solidFill>
              </a:rPr>
              <a:t>Presenter:​Ana</a:t>
            </a:r>
          </a:p>
        </p:txBody>
      </p:sp>
    </p:spTree>
    <p:extLst>
      <p:ext uri="{BB962C8B-B14F-4D97-AF65-F5344CB8AC3E}">
        <p14:creationId xmlns:p14="http://schemas.microsoft.com/office/powerpoint/2010/main" val="4169232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38" name="TextBox 37">
            <a:extLst>
              <a:ext uri="{FF2B5EF4-FFF2-40B4-BE49-F238E27FC236}">
                <a16:creationId xmlns:a16="http://schemas.microsoft.com/office/drawing/2014/main" id="{07309D4F-450B-3C2B-6F40-EC3CF87EF555}"/>
              </a:ext>
            </a:extLst>
          </p:cNvPr>
          <p:cNvSpPr txBox="1"/>
          <p:nvPr/>
        </p:nvSpPr>
        <p:spPr>
          <a:xfrm>
            <a:off x="1465783" y="1355353"/>
            <a:ext cx="10205538" cy="461665"/>
          </a:xfrm>
          <a:prstGeom prst="rect">
            <a:avLst/>
          </a:prstGeom>
          <a:noFill/>
        </p:spPr>
        <p:txBody>
          <a:bodyPr wrap="square" lIns="91440" tIns="45720" rIns="91440" bIns="45720" rtlCol="0" anchor="t">
            <a:spAutoFit/>
          </a:bodyPr>
          <a:lstStyle/>
          <a:p>
            <a:r>
              <a:rPr lang="en-US" sz="2400" b="1" dirty="0">
                <a:solidFill>
                  <a:schemeClr val="bg1"/>
                </a:solidFill>
              </a:rPr>
              <a:t>Set up a Python virtual environment and install </a:t>
            </a:r>
            <a:r>
              <a:rPr lang="en-US" sz="2400" b="1" dirty="0" err="1">
                <a:solidFill>
                  <a:schemeClr val="bg1"/>
                </a:solidFill>
              </a:rPr>
              <a:t>pytest</a:t>
            </a:r>
            <a:r>
              <a:rPr lang="en-US" sz="2400" b="1" dirty="0">
                <a:solidFill>
                  <a:schemeClr val="bg1"/>
                </a:solidFill>
              </a:rPr>
              <a:t>.</a:t>
            </a:r>
            <a:endParaRPr lang="en-US" dirty="0">
              <a:solidFill>
                <a:schemeClr val="bg1"/>
              </a:solidFill>
              <a:ea typeface="Calibri"/>
              <a:cs typeface="Calibri"/>
            </a:endParaRPr>
          </a:p>
        </p:txBody>
      </p:sp>
      <p:sp>
        <p:nvSpPr>
          <p:cNvPr id="16" name="Title 3">
            <a:extLst>
              <a:ext uri="{FF2B5EF4-FFF2-40B4-BE49-F238E27FC236}">
                <a16:creationId xmlns:a16="http://schemas.microsoft.com/office/drawing/2014/main" id="{CB30FC04-14C1-25FD-E77F-C9E35285424C}"/>
              </a:ext>
            </a:extLst>
          </p:cNvPr>
          <p:cNvSpPr txBox="1">
            <a:spLocks/>
          </p:cNvSpPr>
          <p:nvPr/>
        </p:nvSpPr>
        <p:spPr>
          <a:xfrm>
            <a:off x="1941956" y="418306"/>
            <a:ext cx="4381651" cy="946282"/>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Exercise </a:t>
            </a:r>
            <a:endParaRPr lang="en-US" altLang="ko-KR" dirty="0">
              <a:solidFill>
                <a:schemeClr val="bg1"/>
              </a:solidFill>
            </a:endParaRPr>
          </a:p>
        </p:txBody>
      </p:sp>
      <p:sp>
        <p:nvSpPr>
          <p:cNvPr id="30" name="TextBox 29">
            <a:extLst>
              <a:ext uri="{FF2B5EF4-FFF2-40B4-BE49-F238E27FC236}">
                <a16:creationId xmlns:a16="http://schemas.microsoft.com/office/drawing/2014/main" id="{6EC069D6-4065-CA1E-8AC1-FE2FB020EDAC}"/>
              </a:ext>
            </a:extLst>
          </p:cNvPr>
          <p:cNvSpPr txBox="1"/>
          <p:nvPr/>
        </p:nvSpPr>
        <p:spPr>
          <a:xfrm>
            <a:off x="3915068" y="2028288"/>
            <a:ext cx="4305905" cy="461665"/>
          </a:xfrm>
          <a:prstGeom prst="rect">
            <a:avLst/>
          </a:prstGeom>
          <a:noFill/>
        </p:spPr>
        <p:txBody>
          <a:bodyPr wrap="square" lIns="91440" tIns="45720" rIns="91440" bIns="45720" rtlCol="0" anchor="t">
            <a:spAutoFit/>
          </a:bodyPr>
          <a:lstStyle/>
          <a:p>
            <a:pPr marL="457200" indent="-457200" algn="ctr">
              <a:buAutoNum type="arabicPeriod"/>
            </a:pPr>
            <a:r>
              <a:rPr lang="en-US" sz="2400" b="1" dirty="0">
                <a:solidFill>
                  <a:schemeClr val="bg1"/>
                </a:solidFill>
                <a:ea typeface="Calibri"/>
                <a:cs typeface="Calibri"/>
              </a:rPr>
              <a:t>Create a virtual environment</a:t>
            </a:r>
          </a:p>
        </p:txBody>
      </p:sp>
      <p:pic>
        <p:nvPicPr>
          <p:cNvPr id="31" name="Picture 30" descr="A black and white sign with white text&#10;&#10;Description automatically generated">
            <a:extLst>
              <a:ext uri="{FF2B5EF4-FFF2-40B4-BE49-F238E27FC236}">
                <a16:creationId xmlns:a16="http://schemas.microsoft.com/office/drawing/2014/main" id="{705017AF-04EF-1A71-7154-CB1B21182A74}"/>
              </a:ext>
            </a:extLst>
          </p:cNvPr>
          <p:cNvPicPr>
            <a:picLocks noChangeAspect="1"/>
          </p:cNvPicPr>
          <p:nvPr/>
        </p:nvPicPr>
        <p:blipFill>
          <a:blip r:embed="rId4"/>
          <a:stretch>
            <a:fillRect/>
          </a:stretch>
        </p:blipFill>
        <p:spPr>
          <a:xfrm>
            <a:off x="4583009" y="2486891"/>
            <a:ext cx="2976501" cy="711531"/>
          </a:xfrm>
          <a:prstGeom prst="rect">
            <a:avLst/>
          </a:prstGeom>
        </p:spPr>
      </p:pic>
      <p:sp>
        <p:nvSpPr>
          <p:cNvPr id="32" name="TextBox 31">
            <a:extLst>
              <a:ext uri="{FF2B5EF4-FFF2-40B4-BE49-F238E27FC236}">
                <a16:creationId xmlns:a16="http://schemas.microsoft.com/office/drawing/2014/main" id="{9B1614D6-2903-B3B4-306B-98EFB86230F9}"/>
              </a:ext>
            </a:extLst>
          </p:cNvPr>
          <p:cNvSpPr txBox="1"/>
          <p:nvPr/>
        </p:nvSpPr>
        <p:spPr>
          <a:xfrm>
            <a:off x="3915068" y="3502807"/>
            <a:ext cx="4810606" cy="461665"/>
          </a:xfrm>
          <a:prstGeom prst="rect">
            <a:avLst/>
          </a:prstGeom>
          <a:noFill/>
        </p:spPr>
        <p:txBody>
          <a:bodyPr wrap="square" lIns="91440" tIns="45720" rIns="91440" bIns="45720" rtlCol="0" anchor="t">
            <a:spAutoFit/>
          </a:bodyPr>
          <a:lstStyle/>
          <a:p>
            <a:pPr algn="ctr"/>
            <a:r>
              <a:rPr lang="en-US" sz="2400" b="1" dirty="0">
                <a:solidFill>
                  <a:schemeClr val="bg1"/>
                </a:solidFill>
                <a:ea typeface="+mn-lt"/>
                <a:cs typeface="+mn-lt"/>
              </a:rPr>
              <a:t>2. Activate the virtual environment:</a:t>
            </a:r>
            <a:endParaRPr lang="en-US" dirty="0">
              <a:solidFill>
                <a:schemeClr val="bg1"/>
              </a:solidFill>
              <a:ea typeface="Calibri" panose="020F0502020204030204"/>
              <a:cs typeface="Calibri" panose="020F0502020204030204"/>
            </a:endParaRPr>
          </a:p>
        </p:txBody>
      </p:sp>
      <p:pic>
        <p:nvPicPr>
          <p:cNvPr id="39" name="Picture 38" descr="A black background with white text&#10;&#10;Description automatically generated">
            <a:extLst>
              <a:ext uri="{FF2B5EF4-FFF2-40B4-BE49-F238E27FC236}">
                <a16:creationId xmlns:a16="http://schemas.microsoft.com/office/drawing/2014/main" id="{40534153-2635-AFF2-2C4A-77EEF23B2331}"/>
              </a:ext>
            </a:extLst>
          </p:cNvPr>
          <p:cNvPicPr>
            <a:picLocks noChangeAspect="1"/>
          </p:cNvPicPr>
          <p:nvPr/>
        </p:nvPicPr>
        <p:blipFill>
          <a:blip r:embed="rId5"/>
          <a:stretch>
            <a:fillRect/>
          </a:stretch>
        </p:blipFill>
        <p:spPr>
          <a:xfrm>
            <a:off x="4583999" y="4064206"/>
            <a:ext cx="3355522" cy="693964"/>
          </a:xfrm>
          <a:prstGeom prst="rect">
            <a:avLst/>
          </a:prstGeom>
        </p:spPr>
      </p:pic>
      <p:sp>
        <p:nvSpPr>
          <p:cNvPr id="41" name="TextBox 40">
            <a:extLst>
              <a:ext uri="{FF2B5EF4-FFF2-40B4-BE49-F238E27FC236}">
                <a16:creationId xmlns:a16="http://schemas.microsoft.com/office/drawing/2014/main" id="{352FC0E5-B720-BD21-5ABF-EB6AAAC38BBC}"/>
              </a:ext>
            </a:extLst>
          </p:cNvPr>
          <p:cNvSpPr txBox="1"/>
          <p:nvPr/>
        </p:nvSpPr>
        <p:spPr>
          <a:xfrm>
            <a:off x="3915068" y="5096080"/>
            <a:ext cx="2267308" cy="461665"/>
          </a:xfrm>
          <a:prstGeom prst="rect">
            <a:avLst/>
          </a:prstGeom>
          <a:noFill/>
        </p:spPr>
        <p:txBody>
          <a:bodyPr wrap="square" lIns="91440" tIns="45720" rIns="91440" bIns="45720" rtlCol="0" anchor="t">
            <a:spAutoFit/>
          </a:bodyPr>
          <a:lstStyle/>
          <a:p>
            <a:pPr algn="ctr"/>
            <a:r>
              <a:rPr lang="en-US" sz="2400" b="1" dirty="0">
                <a:solidFill>
                  <a:schemeClr val="bg1"/>
                </a:solidFill>
                <a:ea typeface="+mn-lt"/>
                <a:cs typeface="+mn-lt"/>
              </a:rPr>
              <a:t>3. Install </a:t>
            </a:r>
            <a:r>
              <a:rPr lang="en-US" sz="2400" b="1" dirty="0" err="1">
                <a:solidFill>
                  <a:schemeClr val="bg1"/>
                </a:solidFill>
                <a:ea typeface="+mn-lt"/>
                <a:cs typeface="+mn-lt"/>
              </a:rPr>
              <a:t>Pytest</a:t>
            </a:r>
            <a:endParaRPr lang="en-US" dirty="0" err="1">
              <a:solidFill>
                <a:schemeClr val="bg1"/>
              </a:solidFill>
              <a:ea typeface="Calibri" panose="020F0502020204030204"/>
              <a:cs typeface="Calibri" panose="020F0502020204030204"/>
            </a:endParaRPr>
          </a:p>
        </p:txBody>
      </p:sp>
      <p:pic>
        <p:nvPicPr>
          <p:cNvPr id="42" name="Picture 41" descr="A black background with white text&#10;&#10;Description automatically generated">
            <a:extLst>
              <a:ext uri="{FF2B5EF4-FFF2-40B4-BE49-F238E27FC236}">
                <a16:creationId xmlns:a16="http://schemas.microsoft.com/office/drawing/2014/main" id="{F98BC47F-2234-02A1-03B3-A3D645C7DF27}"/>
              </a:ext>
            </a:extLst>
          </p:cNvPr>
          <p:cNvPicPr>
            <a:picLocks noChangeAspect="1"/>
          </p:cNvPicPr>
          <p:nvPr/>
        </p:nvPicPr>
        <p:blipFill>
          <a:blip r:embed="rId6"/>
          <a:stretch>
            <a:fillRect/>
          </a:stretch>
        </p:blipFill>
        <p:spPr>
          <a:xfrm>
            <a:off x="4586720" y="5529201"/>
            <a:ext cx="2632612" cy="698171"/>
          </a:xfrm>
          <a:prstGeom prst="rect">
            <a:avLst/>
          </a:prstGeom>
        </p:spPr>
      </p:pic>
      <p:sp>
        <p:nvSpPr>
          <p:cNvPr id="15" name="Rectangle 14">
            <a:extLst>
              <a:ext uri="{FF2B5EF4-FFF2-40B4-BE49-F238E27FC236}">
                <a16:creationId xmlns:a16="http://schemas.microsoft.com/office/drawing/2014/main" id="{223A3648-25C3-523E-8A2F-6573ADC656A4}"/>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0" name="Rectangle 19">
            <a:extLst>
              <a:ext uri="{FF2B5EF4-FFF2-40B4-BE49-F238E27FC236}">
                <a16:creationId xmlns:a16="http://schemas.microsoft.com/office/drawing/2014/main" id="{12AF1E72-1FD0-9270-B363-F27EBC15ACFB}"/>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spTree>
    <p:extLst>
      <p:ext uri="{BB962C8B-B14F-4D97-AF65-F5344CB8AC3E}">
        <p14:creationId xmlns:p14="http://schemas.microsoft.com/office/powerpoint/2010/main" val="2049334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457047" y="1056605"/>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Exercise</a:t>
            </a:r>
            <a:endParaRPr lang="en-US" altLang="ko-KR" dirty="0"/>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305470" y="3060576"/>
            <a:ext cx="3483335" cy="707886"/>
          </a:xfrm>
          <a:prstGeom prst="rect">
            <a:avLst/>
          </a:prstGeom>
          <a:noFill/>
        </p:spPr>
        <p:txBody>
          <a:bodyPr wrap="square" lIns="91440" tIns="45720" rIns="91440" bIns="45720" rtlCol="0" anchor="t">
            <a:spAutoFit/>
          </a:bodyPr>
          <a:lstStyle/>
          <a:p>
            <a:pPr algn="just"/>
            <a:r>
              <a:rPr lang="en-US" sz="2000" dirty="0">
                <a:solidFill>
                  <a:schemeClr val="bg1"/>
                </a:solidFill>
                <a:ea typeface="+mn-lt"/>
                <a:cs typeface="+mn-lt"/>
              </a:rPr>
              <a:t>Let's remember APIs and see </a:t>
            </a:r>
            <a:r>
              <a:rPr lang="en-US" sz="2000">
                <a:solidFill>
                  <a:schemeClr val="bg1"/>
                </a:solidFill>
                <a:ea typeface="+mn-lt"/>
                <a:cs typeface="+mn-lt"/>
              </a:rPr>
              <a:t>how we can test them.</a:t>
            </a:r>
            <a:endParaRPr lang="en-US" dirty="0"/>
          </a:p>
        </p:txBody>
      </p:sp>
      <p:sp>
        <p:nvSpPr>
          <p:cNvPr id="20" name="Rectangle 19">
            <a:extLst>
              <a:ext uri="{FF2B5EF4-FFF2-40B4-BE49-F238E27FC236}">
                <a16:creationId xmlns:a16="http://schemas.microsoft.com/office/drawing/2014/main" id="{2BF64AEF-5860-07A6-5138-2CFFF6EC2E5C}"/>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E949F5C1-32F6-4EB6-E434-B668F4D6EEF8}"/>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pic>
        <p:nvPicPr>
          <p:cNvPr id="17" name="Picture 16" descr="A screen shot of a computer program&#10;&#10;Description automatically generated">
            <a:extLst>
              <a:ext uri="{FF2B5EF4-FFF2-40B4-BE49-F238E27FC236}">
                <a16:creationId xmlns:a16="http://schemas.microsoft.com/office/drawing/2014/main" id="{1847F517-8FBE-3E6A-1178-B1933591FAF5}"/>
              </a:ext>
            </a:extLst>
          </p:cNvPr>
          <p:cNvPicPr>
            <a:picLocks noChangeAspect="1"/>
          </p:cNvPicPr>
          <p:nvPr/>
        </p:nvPicPr>
        <p:blipFill>
          <a:blip r:embed="rId4"/>
          <a:stretch>
            <a:fillRect/>
          </a:stretch>
        </p:blipFill>
        <p:spPr>
          <a:xfrm>
            <a:off x="5356250" y="682830"/>
            <a:ext cx="5809045" cy="5492338"/>
          </a:xfrm>
          <a:prstGeom prst="rect">
            <a:avLst/>
          </a:prstGeom>
        </p:spPr>
      </p:pic>
    </p:spTree>
    <p:extLst>
      <p:ext uri="{BB962C8B-B14F-4D97-AF65-F5344CB8AC3E}">
        <p14:creationId xmlns:p14="http://schemas.microsoft.com/office/powerpoint/2010/main" val="1969306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Exercise</a:t>
            </a:r>
            <a:endParaRPr lang="en-US" altLang="ko-KR" dirty="0"/>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2082314" y="3862161"/>
            <a:ext cx="8025645" cy="707886"/>
          </a:xfrm>
          <a:prstGeom prst="rect">
            <a:avLst/>
          </a:prstGeom>
          <a:noFill/>
        </p:spPr>
        <p:txBody>
          <a:bodyPr wrap="square" lIns="91440" tIns="45720" rIns="91440" bIns="45720" rtlCol="0" anchor="t">
            <a:spAutoFit/>
          </a:bodyPr>
          <a:lstStyle/>
          <a:p>
            <a:r>
              <a:rPr lang="en-US" sz="2000">
                <a:solidFill>
                  <a:schemeClr val="bg1"/>
                </a:solidFill>
                <a:latin typeface="Calibri"/>
                <a:ea typeface="+mn-lt"/>
                <a:cs typeface="+mn-lt"/>
              </a:rPr>
              <a:t>Modify the test so it checks that the /calculate_efficiency endpoint correctly calculates the efficiency when provided with valid input </a:t>
            </a:r>
            <a:r>
              <a:rPr lang="en-US" sz="2000" dirty="0">
                <a:solidFill>
                  <a:schemeClr val="bg1"/>
                </a:solidFill>
                <a:latin typeface="Calibri"/>
                <a:ea typeface="+mn-lt"/>
                <a:cs typeface="+mn-lt"/>
              </a:rPr>
              <a:t>data.</a:t>
            </a:r>
            <a:endParaRPr lang="en-US" dirty="0">
              <a:solidFill>
                <a:schemeClr val="bg1"/>
              </a:solidFill>
            </a:endParaRPr>
          </a:p>
        </p:txBody>
      </p:sp>
      <p:sp>
        <p:nvSpPr>
          <p:cNvPr id="20" name="Rectangle 19">
            <a:extLst>
              <a:ext uri="{FF2B5EF4-FFF2-40B4-BE49-F238E27FC236}">
                <a16:creationId xmlns:a16="http://schemas.microsoft.com/office/drawing/2014/main" id="{2BF64AEF-5860-07A6-5138-2CFFF6EC2E5C}"/>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E949F5C1-32F6-4EB6-E434-B668F4D6EEF8}"/>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pic>
        <p:nvPicPr>
          <p:cNvPr id="17" name="Picture 16" descr="A screen shot of a computer program&#10;&#10;Description automatically generated">
            <a:extLst>
              <a:ext uri="{FF2B5EF4-FFF2-40B4-BE49-F238E27FC236}">
                <a16:creationId xmlns:a16="http://schemas.microsoft.com/office/drawing/2014/main" id="{C3A6B013-D554-E79F-5583-E43AB4B5F5E8}"/>
              </a:ext>
            </a:extLst>
          </p:cNvPr>
          <p:cNvPicPr>
            <a:picLocks noChangeAspect="1"/>
          </p:cNvPicPr>
          <p:nvPr/>
        </p:nvPicPr>
        <p:blipFill>
          <a:blip r:embed="rId4"/>
          <a:stretch>
            <a:fillRect/>
          </a:stretch>
        </p:blipFill>
        <p:spPr>
          <a:xfrm>
            <a:off x="2834984" y="2144980"/>
            <a:ext cx="5819406" cy="1613067"/>
          </a:xfrm>
          <a:prstGeom prst="rect">
            <a:avLst/>
          </a:prstGeom>
        </p:spPr>
      </p:pic>
      <p:sp>
        <p:nvSpPr>
          <p:cNvPr id="19" name="TextBox 18">
            <a:extLst>
              <a:ext uri="{FF2B5EF4-FFF2-40B4-BE49-F238E27FC236}">
                <a16:creationId xmlns:a16="http://schemas.microsoft.com/office/drawing/2014/main" id="{EE1D33DC-87E5-39B5-0656-91703546A200}"/>
              </a:ext>
            </a:extLst>
          </p:cNvPr>
          <p:cNvSpPr txBox="1"/>
          <p:nvPr/>
        </p:nvSpPr>
        <p:spPr>
          <a:xfrm>
            <a:off x="2131794" y="1358446"/>
            <a:ext cx="8025645" cy="707886"/>
          </a:xfrm>
          <a:prstGeom prst="rect">
            <a:avLst/>
          </a:prstGeom>
          <a:noFill/>
        </p:spPr>
        <p:txBody>
          <a:bodyPr wrap="square" lIns="91440" tIns="45720" rIns="91440" bIns="45720" rtlCol="0" anchor="t">
            <a:spAutoFit/>
          </a:bodyPr>
          <a:lstStyle/>
          <a:p>
            <a:r>
              <a:rPr lang="en-US" sz="2000" dirty="0">
                <a:solidFill>
                  <a:schemeClr val="bg1"/>
                </a:solidFill>
                <a:latin typeface="Calibri"/>
                <a:ea typeface="+mn-lt"/>
                <a:cs typeface="+mn-lt"/>
              </a:rPr>
              <a:t>Write a test for the </a:t>
            </a:r>
            <a:r>
              <a:rPr lang="en-US" sz="2000" err="1">
                <a:solidFill>
                  <a:schemeClr val="bg1"/>
                </a:solidFill>
                <a:latin typeface="Calibri"/>
                <a:ea typeface="+mn-lt"/>
                <a:cs typeface="+mn-lt"/>
              </a:rPr>
              <a:t>calculate_efficiency</a:t>
            </a:r>
            <a:r>
              <a:rPr lang="en-US" sz="2000" dirty="0">
                <a:solidFill>
                  <a:schemeClr val="bg1"/>
                </a:solidFill>
                <a:latin typeface="Calibri"/>
                <a:ea typeface="+mn-lt"/>
                <a:cs typeface="+mn-lt"/>
              </a:rPr>
              <a:t> method to verify that it correctly calculates the efficiency.</a:t>
            </a:r>
            <a:endParaRPr lang="en-US" dirty="0">
              <a:solidFill>
                <a:schemeClr val="bg1"/>
              </a:solidFill>
              <a:ea typeface="Calibri"/>
              <a:cs typeface="Calibri"/>
            </a:endParaRPr>
          </a:p>
        </p:txBody>
      </p:sp>
      <p:pic>
        <p:nvPicPr>
          <p:cNvPr id="21" name="Picture 20" descr="A computer screen with text&#10;&#10;Description automatically generated">
            <a:extLst>
              <a:ext uri="{FF2B5EF4-FFF2-40B4-BE49-F238E27FC236}">
                <a16:creationId xmlns:a16="http://schemas.microsoft.com/office/drawing/2014/main" id="{067A31CE-6366-EF00-2D07-841E6DD6D36F}"/>
              </a:ext>
            </a:extLst>
          </p:cNvPr>
          <p:cNvPicPr>
            <a:picLocks noChangeAspect="1"/>
          </p:cNvPicPr>
          <p:nvPr/>
        </p:nvPicPr>
        <p:blipFill>
          <a:blip r:embed="rId5"/>
          <a:stretch>
            <a:fillRect/>
          </a:stretch>
        </p:blipFill>
        <p:spPr>
          <a:xfrm>
            <a:off x="3662052" y="4635087"/>
            <a:ext cx="4160323" cy="1630384"/>
          </a:xfrm>
          <a:prstGeom prst="rect">
            <a:avLst/>
          </a:prstGeom>
        </p:spPr>
      </p:pic>
    </p:spTree>
    <p:extLst>
      <p:ext uri="{BB962C8B-B14F-4D97-AF65-F5344CB8AC3E}">
        <p14:creationId xmlns:p14="http://schemas.microsoft.com/office/powerpoint/2010/main" val="3083334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Exercise</a:t>
            </a:r>
            <a:endParaRPr lang="en-US" altLang="ko-KR" dirty="0"/>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928925" y="1808719"/>
            <a:ext cx="8550137" cy="1015663"/>
          </a:xfrm>
          <a:prstGeom prst="rect">
            <a:avLst/>
          </a:prstGeom>
          <a:noFill/>
        </p:spPr>
        <p:txBody>
          <a:bodyPr wrap="square" lIns="91440" tIns="45720" rIns="91440" bIns="45720" rtlCol="0" anchor="t">
            <a:spAutoFit/>
          </a:bodyPr>
          <a:lstStyle/>
          <a:p>
            <a:r>
              <a:rPr lang="en-US" sz="2000">
                <a:solidFill>
                  <a:schemeClr val="bg1"/>
                </a:solidFill>
                <a:latin typeface="Calibri"/>
                <a:ea typeface="+mn-lt"/>
                <a:cs typeface="+mn-lt"/>
              </a:rPr>
              <a:t>Write a test for the /calculate_efficiency endpoint to verify that it returns a 400 status code and an appropriate error message when provided with an invalid quality_rate value.</a:t>
            </a:r>
            <a:endParaRPr lang="en-US">
              <a:solidFill>
                <a:schemeClr val="bg1"/>
              </a:solidFill>
            </a:endParaRPr>
          </a:p>
        </p:txBody>
      </p:sp>
      <p:sp>
        <p:nvSpPr>
          <p:cNvPr id="20" name="Rectangle 19">
            <a:extLst>
              <a:ext uri="{FF2B5EF4-FFF2-40B4-BE49-F238E27FC236}">
                <a16:creationId xmlns:a16="http://schemas.microsoft.com/office/drawing/2014/main" id="{2BF64AEF-5860-07A6-5138-2CFFF6EC2E5C}"/>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E949F5C1-32F6-4EB6-E434-B668F4D6EEF8}"/>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pic>
        <p:nvPicPr>
          <p:cNvPr id="15" name="Picture 14" descr="A screenshot of a computer program&#10;&#10;Description automatically generated">
            <a:extLst>
              <a:ext uri="{FF2B5EF4-FFF2-40B4-BE49-F238E27FC236}">
                <a16:creationId xmlns:a16="http://schemas.microsoft.com/office/drawing/2014/main" id="{7B98A05E-F381-6945-5796-B3AD63C5A582}"/>
              </a:ext>
            </a:extLst>
          </p:cNvPr>
          <p:cNvPicPr>
            <a:picLocks noChangeAspect="1"/>
          </p:cNvPicPr>
          <p:nvPr/>
        </p:nvPicPr>
        <p:blipFill>
          <a:blip r:embed="rId4"/>
          <a:stretch>
            <a:fillRect/>
          </a:stretch>
        </p:blipFill>
        <p:spPr>
          <a:xfrm>
            <a:off x="2320636" y="3427736"/>
            <a:ext cx="7555676" cy="1798670"/>
          </a:xfrm>
          <a:prstGeom prst="rect">
            <a:avLst/>
          </a:prstGeom>
        </p:spPr>
      </p:pic>
    </p:spTree>
    <p:extLst>
      <p:ext uri="{BB962C8B-B14F-4D97-AF65-F5344CB8AC3E}">
        <p14:creationId xmlns:p14="http://schemas.microsoft.com/office/powerpoint/2010/main" val="3026539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Exercise</a:t>
            </a:r>
            <a:endParaRPr lang="en-US" altLang="ko-KR" dirty="0"/>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943769" y="2788433"/>
            <a:ext cx="8550137" cy="1015663"/>
          </a:xfrm>
          <a:prstGeom prst="rect">
            <a:avLst/>
          </a:prstGeom>
          <a:noFill/>
        </p:spPr>
        <p:txBody>
          <a:bodyPr wrap="square" lIns="91440" tIns="45720" rIns="91440" bIns="45720" rtlCol="0" anchor="t">
            <a:spAutoFit/>
          </a:bodyPr>
          <a:lstStyle/>
          <a:p>
            <a:r>
              <a:rPr lang="en-US" sz="2000">
                <a:solidFill>
                  <a:schemeClr val="bg1"/>
                </a:solidFill>
                <a:latin typeface="Calibri"/>
                <a:ea typeface="+mn-lt"/>
                <a:cs typeface="+mn-lt"/>
              </a:rPr>
              <a:t>Write a test for the /calculate_efficiency endpoint to verify that it returns a 400 status code and an appropriate error message when provided with a negative speed value.</a:t>
            </a:r>
            <a:endParaRPr lang="en-US"/>
          </a:p>
        </p:txBody>
      </p:sp>
      <p:sp>
        <p:nvSpPr>
          <p:cNvPr id="20" name="Rectangle 19">
            <a:extLst>
              <a:ext uri="{FF2B5EF4-FFF2-40B4-BE49-F238E27FC236}">
                <a16:creationId xmlns:a16="http://schemas.microsoft.com/office/drawing/2014/main" id="{2BF64AEF-5860-07A6-5138-2CFFF6EC2E5C}"/>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E949F5C1-32F6-4EB6-E434-B668F4D6EEF8}"/>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spTree>
    <p:extLst>
      <p:ext uri="{BB962C8B-B14F-4D97-AF65-F5344CB8AC3E}">
        <p14:creationId xmlns:p14="http://schemas.microsoft.com/office/powerpoint/2010/main" val="1294131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Unit testing</a:t>
            </a:r>
            <a:endParaRPr lang="ko-KR" altLang="en-US" sz="4000" dirty="0">
              <a:solidFill>
                <a:schemeClr val="bg1"/>
              </a:solidFill>
              <a:latin typeface="+mj-lt"/>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310418" y="2209511"/>
            <a:ext cx="9737673" cy="1631216"/>
          </a:xfrm>
          <a:prstGeom prst="rect">
            <a:avLst/>
          </a:prstGeom>
          <a:noFill/>
        </p:spPr>
        <p:txBody>
          <a:bodyPr wrap="square" lIns="91440" tIns="45720" rIns="91440" bIns="45720" rtlCol="0" anchor="t">
            <a:spAutoFit/>
          </a:bodyPr>
          <a:lstStyle/>
          <a:p>
            <a:pPr marL="342900" indent="-342900" algn="just">
              <a:buFont typeface="Arial"/>
              <a:buChar char="•"/>
            </a:pPr>
            <a:r>
              <a:rPr lang="en-US" sz="2000" b="1">
                <a:solidFill>
                  <a:schemeClr val="bg1"/>
                </a:solidFill>
                <a:ea typeface="+mn-lt"/>
                <a:cs typeface="+mn-lt"/>
              </a:rPr>
              <a:t>Mocks</a:t>
            </a:r>
            <a:r>
              <a:rPr lang="en-US" sz="2000">
                <a:solidFill>
                  <a:schemeClr val="bg1"/>
                </a:solidFill>
                <a:ea typeface="+mn-lt"/>
                <a:cs typeface="+mn-lt"/>
              </a:rPr>
              <a:t>: Objects that simulate the behavior of real objects in controlled ways. They are used to isolate the code being tested from external dependencies.</a:t>
            </a:r>
            <a:endParaRPr lang="en-US">
              <a:solidFill>
                <a:schemeClr val="bg1"/>
              </a:solidFill>
              <a:ea typeface="Calibri"/>
              <a:cs typeface="Calibri"/>
            </a:endParaRPr>
          </a:p>
          <a:p>
            <a:pPr marL="342900" indent="-342900" algn="just">
              <a:buFont typeface="Arial"/>
              <a:buChar char="•"/>
            </a:pPr>
            <a:r>
              <a:rPr lang="en-US" sz="2000" b="1">
                <a:solidFill>
                  <a:schemeClr val="bg1"/>
                </a:solidFill>
                <a:ea typeface="+mn-lt"/>
                <a:cs typeface="+mn-lt"/>
              </a:rPr>
              <a:t>Patches</a:t>
            </a:r>
            <a:r>
              <a:rPr lang="en-US" sz="2000">
                <a:solidFill>
                  <a:schemeClr val="bg1"/>
                </a:solidFill>
                <a:ea typeface="+mn-lt"/>
                <a:cs typeface="+mn-lt"/>
              </a:rPr>
              <a:t>: A way to temporarily replace parts of the code with mock objects during testing. This is useful for testing code that interacts with external systems or APIs.</a:t>
            </a:r>
            <a:endParaRPr lang="en-US">
              <a:solidFill>
                <a:schemeClr val="bg1"/>
              </a:solidFill>
              <a:ea typeface="Calibri" panose="020F0502020204030204"/>
              <a:cs typeface="Calibri" panose="020F0502020204030204"/>
            </a:endParaRPr>
          </a:p>
          <a:p>
            <a:pPr marL="342900" indent="-342900" algn="just">
              <a:buFont typeface="Arial"/>
              <a:buChar char="•"/>
            </a:pPr>
            <a:endParaRPr lang="en-US" sz="2000" dirty="0">
              <a:solidFill>
                <a:schemeClr val="bg1"/>
              </a:solidFill>
              <a:ea typeface="Calibri"/>
              <a:cs typeface="Calibri"/>
            </a:endParaRPr>
          </a:p>
        </p:txBody>
      </p:sp>
      <p:sp>
        <p:nvSpPr>
          <p:cNvPr id="20" name="TextBox 19">
            <a:extLst>
              <a:ext uri="{FF2B5EF4-FFF2-40B4-BE49-F238E27FC236}">
                <a16:creationId xmlns:a16="http://schemas.microsoft.com/office/drawing/2014/main" id="{47544F2C-F846-740D-180B-4CC7A037D93A}"/>
              </a:ext>
            </a:extLst>
          </p:cNvPr>
          <p:cNvSpPr txBox="1"/>
          <p:nvPr/>
        </p:nvSpPr>
        <p:spPr>
          <a:xfrm>
            <a:off x="1619173" y="1484002"/>
            <a:ext cx="2658206" cy="461665"/>
          </a:xfrm>
          <a:prstGeom prst="rect">
            <a:avLst/>
          </a:prstGeom>
          <a:noFill/>
        </p:spPr>
        <p:txBody>
          <a:bodyPr wrap="square" lIns="91440" tIns="45720" rIns="91440" bIns="45720" rtlCol="0" anchor="t">
            <a:spAutoFit/>
          </a:bodyPr>
          <a:lstStyle/>
          <a:p>
            <a:r>
              <a:rPr lang="en-US" sz="2400" b="1" dirty="0">
                <a:solidFill>
                  <a:schemeClr val="bg1"/>
                </a:solidFill>
                <a:ea typeface="Calibri"/>
                <a:cs typeface="Calibri"/>
              </a:rPr>
              <a:t>Mocks and Patches</a:t>
            </a:r>
            <a:endParaRPr lang="en-US" dirty="0"/>
          </a:p>
        </p:txBody>
      </p:sp>
      <p:sp>
        <p:nvSpPr>
          <p:cNvPr id="21" name="Rectangle 20">
            <a:extLst>
              <a:ext uri="{FF2B5EF4-FFF2-40B4-BE49-F238E27FC236}">
                <a16:creationId xmlns:a16="http://schemas.microsoft.com/office/drawing/2014/main" id="{4605ECF3-FF72-9B0D-F491-58E32DB807D8}"/>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5" name="Rectangle 24">
            <a:extLst>
              <a:ext uri="{FF2B5EF4-FFF2-40B4-BE49-F238E27FC236}">
                <a16:creationId xmlns:a16="http://schemas.microsoft.com/office/drawing/2014/main" id="{DB344EC0-D3A5-B520-4DCA-E3ABBBF4268F}"/>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spTree>
    <p:extLst>
      <p:ext uri="{BB962C8B-B14F-4D97-AF65-F5344CB8AC3E}">
        <p14:creationId xmlns:p14="http://schemas.microsoft.com/office/powerpoint/2010/main" val="1275820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6118417"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a:solidFill>
                  <a:schemeClr val="bg1"/>
                </a:solidFill>
                <a:latin typeface="+mj-lt"/>
                <a:ea typeface="맑은 고딕"/>
                <a:cs typeface="Arial"/>
              </a:rPr>
              <a:t>Exercise</a:t>
            </a:r>
            <a:endParaRPr lang="en-US" altLang="ko-KR" dirty="0">
              <a:solidFill>
                <a:schemeClr val="bg1"/>
              </a:solidFill>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939314" y="2174875"/>
            <a:ext cx="3864331" cy="1323439"/>
          </a:xfrm>
          <a:prstGeom prst="rect">
            <a:avLst/>
          </a:prstGeom>
          <a:noFill/>
        </p:spPr>
        <p:txBody>
          <a:bodyPr wrap="square" lIns="91440" tIns="45720" rIns="91440" bIns="45720" rtlCol="0" anchor="t">
            <a:spAutoFit/>
          </a:bodyPr>
          <a:lstStyle/>
          <a:p>
            <a:r>
              <a:rPr lang="en-US" sz="2000" dirty="0">
                <a:solidFill>
                  <a:schemeClr val="bg1"/>
                </a:solidFill>
                <a:latin typeface="Calibri"/>
                <a:ea typeface="+mn-lt"/>
                <a:cs typeface="+mn-lt"/>
              </a:rPr>
              <a:t>Write a test for the </a:t>
            </a:r>
            <a:r>
              <a:rPr lang="en-US" sz="2000" dirty="0" err="1">
                <a:solidFill>
                  <a:schemeClr val="bg1"/>
                </a:solidFill>
                <a:latin typeface="Calibri"/>
                <a:ea typeface="+mn-lt"/>
                <a:cs typeface="+mn-lt"/>
              </a:rPr>
              <a:t>calculate_efficiency</a:t>
            </a:r>
            <a:r>
              <a:rPr lang="en-US" sz="2000" dirty="0">
                <a:solidFill>
                  <a:schemeClr val="bg1"/>
                </a:solidFill>
                <a:latin typeface="Calibri"/>
                <a:ea typeface="+mn-lt"/>
                <a:cs typeface="+mn-lt"/>
              </a:rPr>
              <a:t> function using </a:t>
            </a:r>
            <a:r>
              <a:rPr lang="en-US" sz="2000" dirty="0" err="1">
                <a:solidFill>
                  <a:schemeClr val="bg1"/>
                </a:solidFill>
                <a:latin typeface="Calibri"/>
                <a:ea typeface="+mn-lt"/>
                <a:cs typeface="+mn-lt"/>
              </a:rPr>
              <a:t>pytest</a:t>
            </a:r>
            <a:r>
              <a:rPr lang="en-US" sz="2000" dirty="0">
                <a:solidFill>
                  <a:schemeClr val="bg1"/>
                </a:solidFill>
                <a:latin typeface="Calibri"/>
                <a:ea typeface="+mn-lt"/>
                <a:cs typeface="+mn-lt"/>
              </a:rPr>
              <a:t> and </a:t>
            </a:r>
            <a:r>
              <a:rPr lang="en-US" sz="2000" dirty="0" err="1">
                <a:solidFill>
                  <a:schemeClr val="bg1"/>
                </a:solidFill>
                <a:latin typeface="Calibri"/>
                <a:ea typeface="+mn-lt"/>
                <a:cs typeface="+mn-lt"/>
              </a:rPr>
              <a:t>unittest.mock</a:t>
            </a:r>
            <a:r>
              <a:rPr lang="en-US" sz="2000" dirty="0">
                <a:solidFill>
                  <a:schemeClr val="bg1"/>
                </a:solidFill>
                <a:latin typeface="Calibri"/>
                <a:ea typeface="+mn-lt"/>
                <a:cs typeface="+mn-lt"/>
              </a:rPr>
              <a:t> to mock the </a:t>
            </a:r>
            <a:r>
              <a:rPr lang="en-US" sz="2000" dirty="0" err="1">
                <a:solidFill>
                  <a:schemeClr val="bg1"/>
                </a:solidFill>
                <a:latin typeface="Calibri"/>
                <a:ea typeface="+mn-lt"/>
                <a:cs typeface="+mn-lt"/>
              </a:rPr>
              <a:t>get_downtime</a:t>
            </a:r>
            <a:r>
              <a:rPr lang="en-US" sz="2000" dirty="0">
                <a:solidFill>
                  <a:schemeClr val="bg1"/>
                </a:solidFill>
                <a:latin typeface="Calibri"/>
                <a:ea typeface="+mn-lt"/>
                <a:cs typeface="+mn-lt"/>
              </a:rPr>
              <a:t> function. </a:t>
            </a:r>
          </a:p>
        </p:txBody>
      </p:sp>
      <p:sp>
        <p:nvSpPr>
          <p:cNvPr id="20" name="Rectangle 19">
            <a:extLst>
              <a:ext uri="{FF2B5EF4-FFF2-40B4-BE49-F238E27FC236}">
                <a16:creationId xmlns:a16="http://schemas.microsoft.com/office/drawing/2014/main" id="{2BF64AEF-5860-07A6-5138-2CFFF6EC2E5C}"/>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E949F5C1-32F6-4EB6-E434-B668F4D6EEF8}"/>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endParaRPr lang="en-US" sz="1000" dirty="0">
              <a:solidFill>
                <a:schemeClr val="bg1"/>
              </a:solidFill>
            </a:endParaRPr>
          </a:p>
        </p:txBody>
      </p:sp>
      <p:pic>
        <p:nvPicPr>
          <p:cNvPr id="19" name="Picture 18" descr="A screen shot of a computer code&#10;&#10;Description automatically generated">
            <a:extLst>
              <a:ext uri="{FF2B5EF4-FFF2-40B4-BE49-F238E27FC236}">
                <a16:creationId xmlns:a16="http://schemas.microsoft.com/office/drawing/2014/main" id="{DEC73851-F272-16A0-5787-0B59F7A2072B}"/>
              </a:ext>
            </a:extLst>
          </p:cNvPr>
          <p:cNvPicPr>
            <a:picLocks noChangeAspect="1"/>
          </p:cNvPicPr>
          <p:nvPr/>
        </p:nvPicPr>
        <p:blipFill>
          <a:blip r:embed="rId4"/>
          <a:stretch>
            <a:fillRect/>
          </a:stretch>
        </p:blipFill>
        <p:spPr>
          <a:xfrm>
            <a:off x="5369557" y="1434935"/>
            <a:ext cx="5619147" cy="4685804"/>
          </a:xfrm>
          <a:prstGeom prst="rect">
            <a:avLst/>
          </a:prstGeom>
        </p:spPr>
      </p:pic>
    </p:spTree>
    <p:extLst>
      <p:ext uri="{BB962C8B-B14F-4D97-AF65-F5344CB8AC3E}">
        <p14:creationId xmlns:p14="http://schemas.microsoft.com/office/powerpoint/2010/main" val="3523186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8285663"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a:solidFill>
                  <a:schemeClr val="bg1"/>
                </a:solidFill>
                <a:latin typeface="+mj-lt"/>
                <a:ea typeface="맑은 고딕"/>
                <a:cs typeface="Arial"/>
              </a:rPr>
              <a:t>Exercise</a:t>
            </a:r>
            <a:endParaRPr lang="en-US" altLang="ko-KR" dirty="0">
              <a:solidFill>
                <a:schemeClr val="bg1"/>
              </a:solidFill>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20" name="Rectangle 19">
            <a:extLst>
              <a:ext uri="{FF2B5EF4-FFF2-40B4-BE49-F238E27FC236}">
                <a16:creationId xmlns:a16="http://schemas.microsoft.com/office/drawing/2014/main" id="{2BF64AEF-5860-07A6-5138-2CFFF6EC2E5C}"/>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E949F5C1-32F6-4EB6-E434-B668F4D6EEF8}"/>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pic>
        <p:nvPicPr>
          <p:cNvPr id="15" name="Picture 14" descr="A screen shot of a computer program&#10;&#10;Description automatically generated">
            <a:extLst>
              <a:ext uri="{FF2B5EF4-FFF2-40B4-BE49-F238E27FC236}">
                <a16:creationId xmlns:a16="http://schemas.microsoft.com/office/drawing/2014/main" id="{E8ADC888-76B7-D6C6-A0CE-C8643C3F35D7}"/>
              </a:ext>
            </a:extLst>
          </p:cNvPr>
          <p:cNvPicPr>
            <a:picLocks noChangeAspect="1"/>
          </p:cNvPicPr>
          <p:nvPr/>
        </p:nvPicPr>
        <p:blipFill>
          <a:blip r:embed="rId4"/>
          <a:stretch>
            <a:fillRect/>
          </a:stretch>
        </p:blipFill>
        <p:spPr>
          <a:xfrm>
            <a:off x="1593273" y="1520059"/>
            <a:ext cx="9005455" cy="4545245"/>
          </a:xfrm>
          <a:prstGeom prst="rect">
            <a:avLst/>
          </a:prstGeom>
        </p:spPr>
      </p:pic>
    </p:spTree>
    <p:extLst>
      <p:ext uri="{BB962C8B-B14F-4D97-AF65-F5344CB8AC3E}">
        <p14:creationId xmlns:p14="http://schemas.microsoft.com/office/powerpoint/2010/main" val="4056905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Unit testing</a:t>
            </a:r>
            <a:endParaRPr lang="ko-KR" altLang="en-US" sz="4000" dirty="0">
              <a:solidFill>
                <a:schemeClr val="bg1"/>
              </a:solidFill>
              <a:latin typeface="+mj-lt"/>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310418" y="2209511"/>
            <a:ext cx="9737673" cy="1877437"/>
          </a:xfrm>
          <a:prstGeom prst="rect">
            <a:avLst/>
          </a:prstGeom>
          <a:noFill/>
        </p:spPr>
        <p:txBody>
          <a:bodyPr wrap="square" lIns="91440" tIns="45720" rIns="91440" bIns="45720" rtlCol="0" anchor="t">
            <a:spAutoFit/>
          </a:bodyPr>
          <a:lstStyle/>
          <a:p>
            <a:pPr marL="342900" indent="-342900" algn="just">
              <a:buFont typeface="Arial"/>
              <a:buChar char="•"/>
            </a:pPr>
            <a:r>
              <a:rPr lang="en-US" sz="2000" b="1" dirty="0">
                <a:solidFill>
                  <a:schemeClr val="bg1"/>
                </a:solidFill>
                <a:ea typeface="+mn-lt"/>
                <a:cs typeface="+mn-lt"/>
              </a:rPr>
              <a:t>Fixtures</a:t>
            </a:r>
            <a:r>
              <a:rPr lang="en-US" sz="2000" dirty="0">
                <a:solidFill>
                  <a:schemeClr val="bg1"/>
                </a:solidFill>
                <a:ea typeface="+mn-lt"/>
                <a:cs typeface="+mn-lt"/>
              </a:rPr>
              <a:t>: Functions that provide a fixed baseline for tests. They can be used to set up necessary preconditions and clean up after tests.</a:t>
            </a:r>
            <a:endParaRPr lang="en-US" dirty="0">
              <a:solidFill>
                <a:schemeClr val="bg1"/>
              </a:solidFill>
              <a:ea typeface="+mn-lt"/>
              <a:cs typeface="+mn-lt"/>
            </a:endParaRPr>
          </a:p>
          <a:p>
            <a:pPr marL="342900" indent="-342900" algn="just">
              <a:buFont typeface="Arial"/>
              <a:buChar char="•"/>
            </a:pPr>
            <a:r>
              <a:rPr lang="en-US" sz="2000" b="1" dirty="0">
                <a:solidFill>
                  <a:schemeClr val="bg1"/>
                </a:solidFill>
                <a:ea typeface="+mn-lt"/>
                <a:cs typeface="+mn-lt"/>
              </a:rPr>
              <a:t>Parameterized Tests</a:t>
            </a:r>
            <a:r>
              <a:rPr lang="en-US" sz="2000" dirty="0">
                <a:solidFill>
                  <a:schemeClr val="bg1"/>
                </a:solidFill>
                <a:ea typeface="+mn-lt"/>
                <a:cs typeface="+mn-lt"/>
              </a:rPr>
              <a:t>: Allow running the same test function with different arguments, making it easier to test multiple scenarios with less code.</a:t>
            </a:r>
            <a:endParaRPr lang="en-US" dirty="0">
              <a:solidFill>
                <a:schemeClr val="bg1"/>
              </a:solidFill>
              <a:ea typeface="Calibri" panose="020F0502020204030204"/>
              <a:cs typeface="Calibri" panose="020F0502020204030204"/>
            </a:endParaRPr>
          </a:p>
          <a:p>
            <a:pPr algn="just"/>
            <a:br>
              <a:rPr lang="en-US" dirty="0"/>
            </a:br>
            <a:endParaRPr lang="en-US" dirty="0">
              <a:ea typeface="Calibri" panose="020F0502020204030204"/>
              <a:cs typeface="Calibri" panose="020F0502020204030204"/>
            </a:endParaRPr>
          </a:p>
        </p:txBody>
      </p:sp>
      <p:sp>
        <p:nvSpPr>
          <p:cNvPr id="20" name="TextBox 19">
            <a:extLst>
              <a:ext uri="{FF2B5EF4-FFF2-40B4-BE49-F238E27FC236}">
                <a16:creationId xmlns:a16="http://schemas.microsoft.com/office/drawing/2014/main" id="{47544F2C-F846-740D-180B-4CC7A037D93A}"/>
              </a:ext>
            </a:extLst>
          </p:cNvPr>
          <p:cNvSpPr txBox="1"/>
          <p:nvPr/>
        </p:nvSpPr>
        <p:spPr>
          <a:xfrm>
            <a:off x="1619173" y="1513690"/>
            <a:ext cx="4716595" cy="830997"/>
          </a:xfrm>
          <a:prstGeom prst="rect">
            <a:avLst/>
          </a:prstGeom>
          <a:noFill/>
        </p:spPr>
        <p:txBody>
          <a:bodyPr wrap="square" lIns="91440" tIns="45720" rIns="91440" bIns="45720" rtlCol="0" anchor="t">
            <a:spAutoFit/>
          </a:bodyPr>
          <a:lstStyle/>
          <a:p>
            <a:r>
              <a:rPr lang="en-US" sz="2400" b="1" dirty="0">
                <a:solidFill>
                  <a:schemeClr val="bg1"/>
                </a:solidFill>
              </a:rPr>
              <a:t>Fixtures and Parameterized tests</a:t>
            </a:r>
            <a:endParaRPr lang="en-US" dirty="0">
              <a:solidFill>
                <a:schemeClr val="bg1"/>
              </a:solidFill>
            </a:endParaRPr>
          </a:p>
          <a:p>
            <a:endParaRPr lang="en-US" sz="2400" b="1" dirty="0">
              <a:solidFill>
                <a:schemeClr val="bg1"/>
              </a:solidFill>
              <a:ea typeface="Calibri"/>
              <a:cs typeface="Calibri"/>
            </a:endParaRPr>
          </a:p>
        </p:txBody>
      </p:sp>
      <p:sp>
        <p:nvSpPr>
          <p:cNvPr id="21" name="Rectangle 20">
            <a:extLst>
              <a:ext uri="{FF2B5EF4-FFF2-40B4-BE49-F238E27FC236}">
                <a16:creationId xmlns:a16="http://schemas.microsoft.com/office/drawing/2014/main" id="{2E9DC9A1-1A51-09F2-B7D9-34D9C4D4A142}"/>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3" name="Rectangle 22">
            <a:extLst>
              <a:ext uri="{FF2B5EF4-FFF2-40B4-BE49-F238E27FC236}">
                <a16:creationId xmlns:a16="http://schemas.microsoft.com/office/drawing/2014/main" id="{AD3A3022-441A-594E-8DD3-8B727FF64E3E}"/>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spTree>
    <p:extLst>
      <p:ext uri="{BB962C8B-B14F-4D97-AF65-F5344CB8AC3E}">
        <p14:creationId xmlns:p14="http://schemas.microsoft.com/office/powerpoint/2010/main" val="2886212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37008" y="586540"/>
            <a:ext cx="5663196"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a:solidFill>
                  <a:schemeClr val="bg1"/>
                </a:solidFill>
                <a:latin typeface="+mj-lt"/>
                <a:ea typeface="맑은 고딕"/>
                <a:cs typeface="Arial"/>
              </a:rPr>
              <a:t>Exercise  - Fixtures</a:t>
            </a:r>
            <a:endParaRPr lang="en-US" altLang="ko-KR">
              <a:solidFill>
                <a:schemeClr val="bg1"/>
              </a:solidFill>
              <a:ea typeface="맑은 고딕"/>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928925" y="1808719"/>
            <a:ext cx="8550137" cy="707886"/>
          </a:xfrm>
          <a:prstGeom prst="rect">
            <a:avLst/>
          </a:prstGeom>
          <a:noFill/>
        </p:spPr>
        <p:txBody>
          <a:bodyPr wrap="square" lIns="91440" tIns="45720" rIns="91440" bIns="45720" rtlCol="0" anchor="t">
            <a:spAutoFit/>
          </a:bodyPr>
          <a:lstStyle/>
          <a:p>
            <a:r>
              <a:rPr lang="en-US" sz="2000" dirty="0">
                <a:solidFill>
                  <a:schemeClr val="bg1"/>
                </a:solidFill>
                <a:latin typeface="Calibri"/>
                <a:ea typeface="+mn-lt"/>
                <a:cs typeface="+mn-lt"/>
              </a:rPr>
              <a:t>Write a test for the /calculate_efficiency endpoint using fixtures for the test </a:t>
            </a:r>
            <a:r>
              <a:rPr lang="en-US" sz="2000">
                <a:solidFill>
                  <a:schemeClr val="bg1"/>
                </a:solidFill>
                <a:latin typeface="Calibri"/>
                <a:ea typeface="+mn-lt"/>
                <a:cs typeface="+mn-lt"/>
              </a:rPr>
              <a:t>client and the sample data.</a:t>
            </a:r>
            <a:endParaRPr lang="en-US">
              <a:solidFill>
                <a:schemeClr val="bg1"/>
              </a:solidFill>
            </a:endParaRPr>
          </a:p>
        </p:txBody>
      </p:sp>
      <p:sp>
        <p:nvSpPr>
          <p:cNvPr id="20" name="Rectangle 19">
            <a:extLst>
              <a:ext uri="{FF2B5EF4-FFF2-40B4-BE49-F238E27FC236}">
                <a16:creationId xmlns:a16="http://schemas.microsoft.com/office/drawing/2014/main" id="{2BF64AEF-5860-07A6-5138-2CFFF6EC2E5C}"/>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E949F5C1-32F6-4EB6-E434-B668F4D6EEF8}"/>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pic>
        <p:nvPicPr>
          <p:cNvPr id="17" name="Picture 16" descr="A screen shot of a computer program&#10;&#10;Description automatically generated">
            <a:extLst>
              <a:ext uri="{FF2B5EF4-FFF2-40B4-BE49-F238E27FC236}">
                <a16:creationId xmlns:a16="http://schemas.microsoft.com/office/drawing/2014/main" id="{0727FB74-71DA-7AF3-EAF5-0DB8F677B56D}"/>
              </a:ext>
            </a:extLst>
          </p:cNvPr>
          <p:cNvPicPr>
            <a:picLocks noChangeAspect="1"/>
          </p:cNvPicPr>
          <p:nvPr/>
        </p:nvPicPr>
        <p:blipFill>
          <a:blip r:embed="rId4"/>
          <a:stretch>
            <a:fillRect/>
          </a:stretch>
        </p:blipFill>
        <p:spPr>
          <a:xfrm>
            <a:off x="3902936" y="2671948"/>
            <a:ext cx="3688454" cy="3592286"/>
          </a:xfrm>
          <a:prstGeom prst="rect">
            <a:avLst/>
          </a:prstGeom>
        </p:spPr>
      </p:pic>
    </p:spTree>
    <p:extLst>
      <p:ext uri="{BB962C8B-B14F-4D97-AF65-F5344CB8AC3E}">
        <p14:creationId xmlns:p14="http://schemas.microsoft.com/office/powerpoint/2010/main" val="3396020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Exercise</a:t>
            </a:r>
            <a:endParaRPr lang="en-US" altLang="ko-KR" dirty="0"/>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20" name="Rectangle 19">
            <a:extLst>
              <a:ext uri="{FF2B5EF4-FFF2-40B4-BE49-F238E27FC236}">
                <a16:creationId xmlns:a16="http://schemas.microsoft.com/office/drawing/2014/main" id="{2BF64AEF-5860-07A6-5138-2CFFF6EC2E5C}"/>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E949F5C1-32F6-4EB6-E434-B668F4D6EEF8}"/>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pic>
        <p:nvPicPr>
          <p:cNvPr id="15" name="Picture 14" descr="A screen shot of a computer code&#10;&#10;Description automatically generated">
            <a:extLst>
              <a:ext uri="{FF2B5EF4-FFF2-40B4-BE49-F238E27FC236}">
                <a16:creationId xmlns:a16="http://schemas.microsoft.com/office/drawing/2014/main" id="{10CEBDCD-C2A0-5CF7-6A9D-A954295D7812}"/>
              </a:ext>
            </a:extLst>
          </p:cNvPr>
          <p:cNvPicPr>
            <a:picLocks noChangeAspect="1"/>
          </p:cNvPicPr>
          <p:nvPr/>
        </p:nvPicPr>
        <p:blipFill>
          <a:blip r:embed="rId4"/>
          <a:stretch>
            <a:fillRect/>
          </a:stretch>
        </p:blipFill>
        <p:spPr>
          <a:xfrm>
            <a:off x="1514104" y="1872092"/>
            <a:ext cx="9163793" cy="3860973"/>
          </a:xfrm>
          <a:prstGeom prst="rect">
            <a:avLst/>
          </a:prstGeom>
        </p:spPr>
      </p:pic>
    </p:spTree>
    <p:extLst>
      <p:ext uri="{BB962C8B-B14F-4D97-AF65-F5344CB8AC3E}">
        <p14:creationId xmlns:p14="http://schemas.microsoft.com/office/powerpoint/2010/main" val="3001904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32060" y="586540"/>
            <a:ext cx="7310897"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a:solidFill>
                  <a:schemeClr val="bg1"/>
                </a:solidFill>
                <a:latin typeface="+mj-lt"/>
                <a:ea typeface="맑은 고딕"/>
                <a:cs typeface="Arial"/>
              </a:rPr>
              <a:t>Exercise  - Parameterized Tests</a:t>
            </a:r>
            <a:endParaRPr lang="en-US" altLang="ko-KR">
              <a:solidFill>
                <a:schemeClr val="bg1"/>
              </a:solidFill>
              <a:ea typeface="맑은 고딕"/>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928925" y="1808719"/>
            <a:ext cx="8550137" cy="400110"/>
          </a:xfrm>
          <a:prstGeom prst="rect">
            <a:avLst/>
          </a:prstGeom>
          <a:noFill/>
        </p:spPr>
        <p:txBody>
          <a:bodyPr wrap="square" lIns="91440" tIns="45720" rIns="91440" bIns="45720" rtlCol="0" anchor="t">
            <a:spAutoFit/>
          </a:bodyPr>
          <a:lstStyle/>
          <a:p>
            <a:r>
              <a:rPr lang="en-US" sz="2000">
                <a:solidFill>
                  <a:schemeClr val="bg1"/>
                </a:solidFill>
                <a:latin typeface="Calibri"/>
                <a:ea typeface="+mn-lt"/>
                <a:cs typeface="+mn-lt"/>
              </a:rPr>
              <a:t>Write a test for the /calculate_efficiency endpoint using parameters.</a:t>
            </a:r>
            <a:endParaRPr lang="en-US">
              <a:solidFill>
                <a:schemeClr val="bg1"/>
              </a:solidFill>
            </a:endParaRPr>
          </a:p>
        </p:txBody>
      </p:sp>
      <p:sp>
        <p:nvSpPr>
          <p:cNvPr id="20" name="Rectangle 19">
            <a:extLst>
              <a:ext uri="{FF2B5EF4-FFF2-40B4-BE49-F238E27FC236}">
                <a16:creationId xmlns:a16="http://schemas.microsoft.com/office/drawing/2014/main" id="{2BF64AEF-5860-07A6-5138-2CFFF6EC2E5C}"/>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E949F5C1-32F6-4EB6-E434-B668F4D6EEF8}"/>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pic>
        <p:nvPicPr>
          <p:cNvPr id="19" name="Picture 18" descr="A screen shot of a computer program&#10;&#10;Description automatically generated">
            <a:extLst>
              <a:ext uri="{FF2B5EF4-FFF2-40B4-BE49-F238E27FC236}">
                <a16:creationId xmlns:a16="http://schemas.microsoft.com/office/drawing/2014/main" id="{7B7F799E-2AEA-55D8-F361-F220672E8A09}"/>
              </a:ext>
            </a:extLst>
          </p:cNvPr>
          <p:cNvPicPr>
            <a:picLocks noChangeAspect="1"/>
          </p:cNvPicPr>
          <p:nvPr/>
        </p:nvPicPr>
        <p:blipFill>
          <a:blip r:embed="rId4"/>
          <a:stretch>
            <a:fillRect/>
          </a:stretch>
        </p:blipFill>
        <p:spPr>
          <a:xfrm>
            <a:off x="1969325" y="2516187"/>
            <a:ext cx="7234052" cy="3681146"/>
          </a:xfrm>
          <a:prstGeom prst="rect">
            <a:avLst/>
          </a:prstGeom>
        </p:spPr>
      </p:pic>
    </p:spTree>
    <p:extLst>
      <p:ext uri="{BB962C8B-B14F-4D97-AF65-F5344CB8AC3E}">
        <p14:creationId xmlns:p14="http://schemas.microsoft.com/office/powerpoint/2010/main" val="114989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a:endCxn id="17" idx="3"/>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a:stCxn id="17" idx="1"/>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4271480" y="2957217"/>
            <a:ext cx="3636334"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GitHub Actions</a:t>
            </a:r>
            <a:endParaRPr lang="en-US" dirty="0"/>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7" name="Rectangle 16">
            <a:extLst>
              <a:ext uri="{FF2B5EF4-FFF2-40B4-BE49-F238E27FC236}">
                <a16:creationId xmlns:a16="http://schemas.microsoft.com/office/drawing/2014/main" id="{C67B0039-93B7-6F3C-F89E-29ACEAF8FA6A}"/>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sp>
        <p:nvSpPr>
          <p:cNvPr id="15" name="Rectangle 14">
            <a:extLst>
              <a:ext uri="{FF2B5EF4-FFF2-40B4-BE49-F238E27FC236}">
                <a16:creationId xmlns:a16="http://schemas.microsoft.com/office/drawing/2014/main" id="{5AD90B15-B619-E2FF-8794-33C84D755935}"/>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Tree>
    <p:extLst>
      <p:ext uri="{BB962C8B-B14F-4D97-AF65-F5344CB8AC3E}">
        <p14:creationId xmlns:p14="http://schemas.microsoft.com/office/powerpoint/2010/main" val="3500321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6331183"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sz="4000" dirty="0">
                <a:solidFill>
                  <a:srgbClr val="FFFFFF"/>
                </a:solidFill>
                <a:latin typeface="Calibri Light"/>
                <a:ea typeface="Calibri Light"/>
                <a:cs typeface="Calibri Light"/>
              </a:rPr>
              <a:t>Continuous Integration (CI):</a:t>
            </a:r>
            <a:endParaRPr lang="en-US" sz="4000" dirty="0">
              <a:solidFill>
                <a:srgbClr val="FFFFFF"/>
              </a:solidFill>
              <a:latin typeface="Calibri Light"/>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310418" y="2209511"/>
            <a:ext cx="9737673" cy="2800767"/>
          </a:xfrm>
          <a:prstGeom prst="rect">
            <a:avLst/>
          </a:prstGeom>
          <a:noFill/>
        </p:spPr>
        <p:txBody>
          <a:bodyPr wrap="square" lIns="91440" tIns="45720" rIns="91440" bIns="45720" rtlCol="0" anchor="t">
            <a:spAutoFit/>
          </a:bodyPr>
          <a:lstStyle/>
          <a:p>
            <a:pPr marL="342900" indent="-342900" algn="just">
              <a:buFont typeface="Arial"/>
              <a:buChar char="•"/>
            </a:pPr>
            <a:r>
              <a:rPr lang="en-US" sz="2000" b="1" dirty="0">
                <a:solidFill>
                  <a:schemeClr val="bg1"/>
                </a:solidFill>
                <a:latin typeface="Calibri"/>
                <a:ea typeface="+mn-lt"/>
                <a:cs typeface="+mn-lt"/>
              </a:rPr>
              <a:t>Continuous Integration</a:t>
            </a:r>
            <a:r>
              <a:rPr lang="en-US" sz="2000" dirty="0">
                <a:solidFill>
                  <a:schemeClr val="bg1"/>
                </a:solidFill>
                <a:latin typeface="Calibri"/>
                <a:ea typeface="+mn-lt"/>
                <a:cs typeface="+mn-lt"/>
              </a:rPr>
              <a:t> is a software development practice where developers frequently integrate their code changes into a shared repository.</a:t>
            </a:r>
            <a:endParaRPr lang="en-US" dirty="0">
              <a:solidFill>
                <a:schemeClr val="bg1"/>
              </a:solidFill>
              <a:latin typeface="Calibri"/>
              <a:ea typeface="+mn-lt"/>
              <a:cs typeface="+mn-lt"/>
            </a:endParaRPr>
          </a:p>
          <a:p>
            <a:pPr marL="342900" indent="-342900" algn="just">
              <a:buFont typeface="Arial"/>
              <a:buChar char="•"/>
            </a:pPr>
            <a:r>
              <a:rPr lang="en-US" sz="2000" dirty="0">
                <a:solidFill>
                  <a:schemeClr val="bg1"/>
                </a:solidFill>
                <a:latin typeface="Calibri"/>
                <a:ea typeface="+mn-lt"/>
                <a:cs typeface="+mn-lt"/>
              </a:rPr>
              <a:t>Each integration is automatically verified by running tests and other checks to detect errors as early as possible.</a:t>
            </a:r>
            <a:endParaRPr lang="en-US" dirty="0">
              <a:solidFill>
                <a:schemeClr val="bg1"/>
              </a:solidFill>
              <a:latin typeface="Calibri"/>
              <a:ea typeface="+mn-lt"/>
              <a:cs typeface="+mn-lt"/>
            </a:endParaRPr>
          </a:p>
          <a:p>
            <a:pPr marL="342900" indent="-342900" algn="just">
              <a:buFont typeface="Arial"/>
              <a:buChar char="•"/>
            </a:pPr>
            <a:r>
              <a:rPr lang="en-US" sz="2000" dirty="0">
                <a:solidFill>
                  <a:schemeClr val="bg1"/>
                </a:solidFill>
                <a:latin typeface="Calibri"/>
                <a:ea typeface="+mn-lt"/>
                <a:cs typeface="+mn-lt"/>
              </a:rPr>
              <a:t>The main goals of CI are to improve code quality, reduce integration problems, and enable faster development cycles.</a:t>
            </a:r>
            <a:endParaRPr lang="en-US">
              <a:solidFill>
                <a:schemeClr val="bg1"/>
              </a:solidFill>
              <a:latin typeface="Calibri"/>
              <a:ea typeface="+mn-lt"/>
              <a:cs typeface="+mn-lt"/>
            </a:endParaRPr>
          </a:p>
          <a:p>
            <a:pPr marL="342900" indent="-342900" algn="just">
              <a:buFont typeface="Arial"/>
              <a:buChar char="•"/>
            </a:pPr>
            <a:endParaRPr lang="en-US" sz="2000" dirty="0">
              <a:solidFill>
                <a:schemeClr val="bg1"/>
              </a:solidFill>
              <a:ea typeface="Calibri"/>
              <a:cs typeface="Calibri"/>
            </a:endParaRPr>
          </a:p>
          <a:p>
            <a:pPr algn="just"/>
            <a:br>
              <a:rPr lang="en-US" dirty="0"/>
            </a:br>
            <a:endParaRPr lang="en-US" dirty="0">
              <a:ea typeface="Calibri" panose="020F0502020204030204"/>
              <a:cs typeface="Calibri" panose="020F0502020204030204"/>
            </a:endParaRPr>
          </a:p>
        </p:txBody>
      </p:sp>
      <p:sp>
        <p:nvSpPr>
          <p:cNvPr id="20" name="TextBox 19">
            <a:extLst>
              <a:ext uri="{FF2B5EF4-FFF2-40B4-BE49-F238E27FC236}">
                <a16:creationId xmlns:a16="http://schemas.microsoft.com/office/drawing/2014/main" id="{47544F2C-F846-740D-180B-4CC7A037D93A}"/>
              </a:ext>
            </a:extLst>
          </p:cNvPr>
          <p:cNvSpPr txBox="1"/>
          <p:nvPr/>
        </p:nvSpPr>
        <p:spPr>
          <a:xfrm>
            <a:off x="2128822" y="1523586"/>
            <a:ext cx="4009024" cy="830997"/>
          </a:xfrm>
          <a:prstGeom prst="rect">
            <a:avLst/>
          </a:prstGeom>
          <a:noFill/>
        </p:spPr>
        <p:txBody>
          <a:bodyPr wrap="square" lIns="91440" tIns="45720" rIns="91440" bIns="45720" rtlCol="0" anchor="t">
            <a:spAutoFit/>
          </a:bodyPr>
          <a:lstStyle/>
          <a:p>
            <a:r>
              <a:rPr lang="en-US" sz="2400" b="1" dirty="0">
                <a:solidFill>
                  <a:schemeClr val="bg1"/>
                </a:solidFill>
              </a:rPr>
              <a:t>What is CI?</a:t>
            </a:r>
            <a:endParaRPr lang="en-US" dirty="0">
              <a:solidFill>
                <a:schemeClr val="bg1"/>
              </a:solidFill>
            </a:endParaRPr>
          </a:p>
          <a:p>
            <a:endParaRPr lang="en-US" sz="2400" b="1" dirty="0">
              <a:solidFill>
                <a:schemeClr val="bg1"/>
              </a:solidFill>
              <a:ea typeface="Calibri"/>
              <a:cs typeface="Calibri"/>
            </a:endParaRPr>
          </a:p>
        </p:txBody>
      </p:sp>
      <p:sp>
        <p:nvSpPr>
          <p:cNvPr id="19" name="Rectangle 18">
            <a:extLst>
              <a:ext uri="{FF2B5EF4-FFF2-40B4-BE49-F238E27FC236}">
                <a16:creationId xmlns:a16="http://schemas.microsoft.com/office/drawing/2014/main" id="{B50569B6-C25D-6C0A-289E-E77D1478EB95}"/>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F7CD9191-95AD-8019-BD1C-E26D73412D5B}"/>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spTree>
    <p:extLst>
      <p:ext uri="{BB962C8B-B14F-4D97-AF65-F5344CB8AC3E}">
        <p14:creationId xmlns:p14="http://schemas.microsoft.com/office/powerpoint/2010/main" val="3473619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5994715"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sz="4000">
                <a:solidFill>
                  <a:srgbClr val="FFFFFF"/>
                </a:solidFill>
                <a:latin typeface="Calibri Light"/>
                <a:ea typeface="Calibri Light"/>
                <a:cs typeface="Calibri Light"/>
              </a:rPr>
              <a:t>Continuous Delivery (CD)</a:t>
            </a:r>
            <a:endParaRPr lang="en-US"/>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310418" y="2209511"/>
            <a:ext cx="9737673" cy="1631216"/>
          </a:xfrm>
          <a:prstGeom prst="rect">
            <a:avLst/>
          </a:prstGeom>
          <a:noFill/>
        </p:spPr>
        <p:txBody>
          <a:bodyPr wrap="square" lIns="91440" tIns="45720" rIns="91440" bIns="45720" rtlCol="0" anchor="t">
            <a:spAutoFit/>
          </a:bodyPr>
          <a:lstStyle/>
          <a:p>
            <a:pPr marL="342900" indent="-342900" algn="just">
              <a:buFont typeface="Arial"/>
              <a:buChar char="•"/>
            </a:pPr>
            <a:r>
              <a:rPr lang="en-US" sz="2000" b="1">
                <a:solidFill>
                  <a:schemeClr val="bg1"/>
                </a:solidFill>
                <a:latin typeface="Calibri"/>
                <a:ea typeface="+mn-lt"/>
                <a:cs typeface="+mn-lt"/>
              </a:rPr>
              <a:t>Continuous Delivery</a:t>
            </a:r>
            <a:r>
              <a:rPr lang="en-US" sz="2000">
                <a:solidFill>
                  <a:schemeClr val="bg1"/>
                </a:solidFill>
                <a:latin typeface="Calibri"/>
                <a:ea typeface="+mn-lt"/>
                <a:cs typeface="+mn-lt"/>
              </a:rPr>
              <a:t> is an extension of Continuous Integration that ensures code changes are automatically prepared for release to production.</a:t>
            </a:r>
            <a:endParaRPr lang="en-US">
              <a:solidFill>
                <a:schemeClr val="bg1"/>
              </a:solidFill>
              <a:latin typeface="Calibri"/>
              <a:ea typeface="+mn-lt"/>
              <a:cs typeface="+mn-lt"/>
            </a:endParaRPr>
          </a:p>
          <a:p>
            <a:pPr marL="342900" indent="-342900" algn="just">
              <a:buFont typeface="Arial"/>
              <a:buChar char="•"/>
            </a:pPr>
            <a:r>
              <a:rPr lang="en-US" sz="2000">
                <a:solidFill>
                  <a:schemeClr val="bg1"/>
                </a:solidFill>
                <a:latin typeface="Calibri"/>
                <a:ea typeface="+mn-lt"/>
                <a:cs typeface="+mn-lt"/>
              </a:rPr>
              <a:t>With CD, every code change passes through a pipeline of automated tests, builds, and deployments, making it possible to release software at any time with minimal manual intervention.</a:t>
            </a:r>
            <a:endParaRPr lang="en-US">
              <a:solidFill>
                <a:schemeClr val="bg1"/>
              </a:solidFill>
              <a:latin typeface="Calibri"/>
              <a:ea typeface="Calibri" panose="020F0502020204030204"/>
              <a:cs typeface="Calibri" panose="020F0502020204030204"/>
            </a:endParaRPr>
          </a:p>
        </p:txBody>
      </p:sp>
      <p:sp>
        <p:nvSpPr>
          <p:cNvPr id="20" name="TextBox 19">
            <a:extLst>
              <a:ext uri="{FF2B5EF4-FFF2-40B4-BE49-F238E27FC236}">
                <a16:creationId xmlns:a16="http://schemas.microsoft.com/office/drawing/2014/main" id="{47544F2C-F846-740D-180B-4CC7A037D93A}"/>
              </a:ext>
            </a:extLst>
          </p:cNvPr>
          <p:cNvSpPr txBox="1"/>
          <p:nvPr/>
        </p:nvSpPr>
        <p:spPr>
          <a:xfrm>
            <a:off x="2128822" y="1523586"/>
            <a:ext cx="4009024" cy="830997"/>
          </a:xfrm>
          <a:prstGeom prst="rect">
            <a:avLst/>
          </a:prstGeom>
          <a:noFill/>
        </p:spPr>
        <p:txBody>
          <a:bodyPr wrap="square" lIns="91440" tIns="45720" rIns="91440" bIns="45720" rtlCol="0" anchor="t">
            <a:spAutoFit/>
          </a:bodyPr>
          <a:lstStyle/>
          <a:p>
            <a:r>
              <a:rPr lang="en-US" sz="2400" b="1">
                <a:solidFill>
                  <a:schemeClr val="bg1"/>
                </a:solidFill>
              </a:rPr>
              <a:t>What is CD?</a:t>
            </a:r>
            <a:endParaRPr lang="en-US">
              <a:solidFill>
                <a:schemeClr val="bg1"/>
              </a:solidFill>
            </a:endParaRPr>
          </a:p>
          <a:p>
            <a:endParaRPr lang="en-US" sz="2400" b="1" dirty="0">
              <a:solidFill>
                <a:schemeClr val="bg1"/>
              </a:solidFill>
              <a:ea typeface="Calibri"/>
              <a:cs typeface="Calibri"/>
            </a:endParaRPr>
          </a:p>
        </p:txBody>
      </p:sp>
      <p:sp>
        <p:nvSpPr>
          <p:cNvPr id="19" name="Rectangle 18">
            <a:extLst>
              <a:ext uri="{FF2B5EF4-FFF2-40B4-BE49-F238E27FC236}">
                <a16:creationId xmlns:a16="http://schemas.microsoft.com/office/drawing/2014/main" id="{B50569B6-C25D-6C0A-289E-E77D1478EB95}"/>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F7CD9191-95AD-8019-BD1C-E26D73412D5B}"/>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spTree>
    <p:extLst>
      <p:ext uri="{BB962C8B-B14F-4D97-AF65-F5344CB8AC3E}">
        <p14:creationId xmlns:p14="http://schemas.microsoft.com/office/powerpoint/2010/main" val="26883783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sz="4000" dirty="0">
                <a:solidFill>
                  <a:schemeClr val="bg1"/>
                </a:solidFill>
                <a:latin typeface="Calibri Light"/>
                <a:ea typeface="Calibri Light"/>
                <a:cs typeface="Calibri Light"/>
              </a:rPr>
              <a:t>GitHub Actions</a:t>
            </a:r>
            <a:endParaRPr lang="en-US" dirty="0">
              <a:solidFill>
                <a:schemeClr val="bg1"/>
              </a:solidFill>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310418" y="2209511"/>
            <a:ext cx="9737673" cy="2185214"/>
          </a:xfrm>
          <a:prstGeom prst="rect">
            <a:avLst/>
          </a:prstGeom>
          <a:noFill/>
        </p:spPr>
        <p:txBody>
          <a:bodyPr wrap="square" lIns="91440" tIns="45720" rIns="91440" bIns="45720" rtlCol="0" anchor="t">
            <a:spAutoFit/>
          </a:bodyPr>
          <a:lstStyle/>
          <a:p>
            <a:pPr marL="342900" indent="-342900" algn="just">
              <a:buFont typeface="Arial"/>
              <a:buChar char="•"/>
            </a:pPr>
            <a:r>
              <a:rPr lang="en-US" sz="2000" dirty="0">
                <a:solidFill>
                  <a:schemeClr val="bg1"/>
                </a:solidFill>
                <a:ea typeface="+mn-lt"/>
                <a:cs typeface="+mn-lt"/>
              </a:rPr>
              <a:t>GitHub Actions is a </a:t>
            </a:r>
            <a:r>
              <a:rPr lang="en-US" sz="2000" b="1" dirty="0">
                <a:solidFill>
                  <a:schemeClr val="bg1"/>
                </a:solidFill>
                <a:ea typeface="+mn-lt"/>
                <a:cs typeface="+mn-lt"/>
              </a:rPr>
              <a:t>CI/CD</a:t>
            </a:r>
            <a:r>
              <a:rPr lang="en-US" sz="2000" dirty="0">
                <a:solidFill>
                  <a:schemeClr val="bg1"/>
                </a:solidFill>
                <a:ea typeface="+mn-lt"/>
                <a:cs typeface="+mn-lt"/>
              </a:rPr>
              <a:t> platform that allows you to automate your software workflows directly in your GitHub repository. </a:t>
            </a:r>
            <a:endParaRPr lang="en-US">
              <a:solidFill>
                <a:schemeClr val="bg1"/>
              </a:solidFill>
              <a:ea typeface="+mn-lt"/>
              <a:cs typeface="+mn-lt"/>
            </a:endParaRPr>
          </a:p>
          <a:p>
            <a:pPr marL="342900" indent="-342900" algn="just">
              <a:buFont typeface="Arial"/>
              <a:buChar char="•"/>
            </a:pPr>
            <a:r>
              <a:rPr lang="en-US" sz="2000" dirty="0">
                <a:solidFill>
                  <a:schemeClr val="bg1"/>
                </a:solidFill>
                <a:ea typeface="+mn-lt"/>
                <a:cs typeface="+mn-lt"/>
              </a:rPr>
              <a:t>It enables you to </a:t>
            </a:r>
            <a:r>
              <a:rPr lang="en-US" sz="2000" b="1" dirty="0">
                <a:solidFill>
                  <a:schemeClr val="bg1"/>
                </a:solidFill>
                <a:ea typeface="+mn-lt"/>
                <a:cs typeface="+mn-lt"/>
              </a:rPr>
              <a:t>build, test, and deploy</a:t>
            </a:r>
            <a:r>
              <a:rPr lang="en-US" sz="2000" dirty="0">
                <a:solidFill>
                  <a:schemeClr val="bg1"/>
                </a:solidFill>
                <a:ea typeface="+mn-lt"/>
                <a:cs typeface="+mn-lt"/>
              </a:rPr>
              <a:t> your code based on events such as push, pull requests, or scheduled intervals.</a:t>
            </a:r>
            <a:endParaRPr lang="en-US" dirty="0">
              <a:solidFill>
                <a:schemeClr val="bg1"/>
              </a:solidFill>
              <a:ea typeface="+mn-lt"/>
              <a:cs typeface="+mn-lt"/>
            </a:endParaRPr>
          </a:p>
          <a:p>
            <a:pPr marL="342900" indent="-342900" algn="just">
              <a:buFont typeface="Arial"/>
              <a:buChar char="•"/>
            </a:pPr>
            <a:endParaRPr lang="en-US" sz="2000" dirty="0">
              <a:solidFill>
                <a:schemeClr val="bg1"/>
              </a:solidFill>
              <a:ea typeface="Calibri"/>
              <a:cs typeface="Calibri"/>
            </a:endParaRPr>
          </a:p>
          <a:p>
            <a:pPr algn="just"/>
            <a:br>
              <a:rPr lang="en-US" dirty="0"/>
            </a:br>
            <a:endParaRPr lang="en-US" dirty="0">
              <a:ea typeface="Calibri" panose="020F0502020204030204"/>
              <a:cs typeface="Calibri" panose="020F0502020204030204"/>
            </a:endParaRPr>
          </a:p>
        </p:txBody>
      </p:sp>
      <p:sp>
        <p:nvSpPr>
          <p:cNvPr id="20" name="TextBox 19">
            <a:extLst>
              <a:ext uri="{FF2B5EF4-FFF2-40B4-BE49-F238E27FC236}">
                <a16:creationId xmlns:a16="http://schemas.microsoft.com/office/drawing/2014/main" id="{47544F2C-F846-740D-180B-4CC7A037D93A}"/>
              </a:ext>
            </a:extLst>
          </p:cNvPr>
          <p:cNvSpPr txBox="1"/>
          <p:nvPr/>
        </p:nvSpPr>
        <p:spPr>
          <a:xfrm>
            <a:off x="2128822" y="1523586"/>
            <a:ext cx="4009024" cy="830997"/>
          </a:xfrm>
          <a:prstGeom prst="rect">
            <a:avLst/>
          </a:prstGeom>
          <a:noFill/>
        </p:spPr>
        <p:txBody>
          <a:bodyPr wrap="square" lIns="91440" tIns="45720" rIns="91440" bIns="45720" rtlCol="0" anchor="t">
            <a:spAutoFit/>
          </a:bodyPr>
          <a:lstStyle/>
          <a:p>
            <a:r>
              <a:rPr lang="en-US" sz="2400" b="1" dirty="0">
                <a:solidFill>
                  <a:schemeClr val="bg1"/>
                </a:solidFill>
              </a:rPr>
              <a:t>What are GitHub Actions?</a:t>
            </a:r>
            <a:endParaRPr lang="en-US" dirty="0">
              <a:solidFill>
                <a:schemeClr val="bg1"/>
              </a:solidFill>
            </a:endParaRPr>
          </a:p>
          <a:p>
            <a:endParaRPr lang="en-US" sz="2400" b="1" dirty="0">
              <a:solidFill>
                <a:schemeClr val="bg1"/>
              </a:solidFill>
              <a:ea typeface="Calibri"/>
              <a:cs typeface="Calibri"/>
            </a:endParaRPr>
          </a:p>
        </p:txBody>
      </p:sp>
      <p:sp>
        <p:nvSpPr>
          <p:cNvPr id="19" name="Rectangle 18">
            <a:extLst>
              <a:ext uri="{FF2B5EF4-FFF2-40B4-BE49-F238E27FC236}">
                <a16:creationId xmlns:a16="http://schemas.microsoft.com/office/drawing/2014/main" id="{B50569B6-C25D-6C0A-289E-E77D1478EB95}"/>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F7CD9191-95AD-8019-BD1C-E26D73412D5B}"/>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spTree>
    <p:extLst>
      <p:ext uri="{BB962C8B-B14F-4D97-AF65-F5344CB8AC3E}">
        <p14:creationId xmlns:p14="http://schemas.microsoft.com/office/powerpoint/2010/main" val="276125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sz="4000" dirty="0">
                <a:solidFill>
                  <a:schemeClr val="bg1"/>
                </a:solidFill>
                <a:latin typeface="Calibri Light"/>
                <a:ea typeface="Calibri Light"/>
                <a:cs typeface="Calibri Light"/>
              </a:rPr>
              <a:t>GitHub Actions</a:t>
            </a:r>
            <a:endParaRPr lang="en-US" dirty="0">
              <a:solidFill>
                <a:schemeClr val="bg1"/>
              </a:solidFill>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265886" y="2491550"/>
            <a:ext cx="9737673" cy="1877437"/>
          </a:xfrm>
          <a:prstGeom prst="rect">
            <a:avLst/>
          </a:prstGeom>
          <a:noFill/>
        </p:spPr>
        <p:txBody>
          <a:bodyPr wrap="square" lIns="91440" tIns="45720" rIns="91440" bIns="45720" rtlCol="0" anchor="t">
            <a:spAutoFit/>
          </a:bodyPr>
          <a:lstStyle/>
          <a:p>
            <a:pPr marL="342900" indent="-342900" algn="just">
              <a:buFont typeface="Arial"/>
              <a:buChar char="•"/>
            </a:pPr>
            <a:r>
              <a:rPr lang="en-US" sz="2000" b="1">
                <a:solidFill>
                  <a:schemeClr val="bg1"/>
                </a:solidFill>
                <a:ea typeface="+mn-lt"/>
                <a:cs typeface="+mn-lt"/>
              </a:rPr>
              <a:t>Automation</a:t>
            </a:r>
            <a:r>
              <a:rPr lang="en-US" sz="2000">
                <a:solidFill>
                  <a:schemeClr val="bg1"/>
                </a:solidFill>
                <a:ea typeface="+mn-lt"/>
                <a:cs typeface="+mn-lt"/>
              </a:rPr>
              <a:t>: Automate repetitive tasks.</a:t>
            </a:r>
            <a:endParaRPr lang="en-US">
              <a:solidFill>
                <a:schemeClr val="bg1"/>
              </a:solidFill>
              <a:ea typeface="+mn-lt"/>
              <a:cs typeface="+mn-lt"/>
            </a:endParaRPr>
          </a:p>
          <a:p>
            <a:pPr marL="342900" indent="-342900" algn="just">
              <a:buFont typeface="Arial"/>
              <a:buChar char="•"/>
            </a:pPr>
            <a:r>
              <a:rPr lang="en-US" sz="2000" b="1" dirty="0">
                <a:solidFill>
                  <a:schemeClr val="bg1"/>
                </a:solidFill>
                <a:ea typeface="+mn-lt"/>
                <a:cs typeface="+mn-lt"/>
              </a:rPr>
              <a:t>Integration</a:t>
            </a:r>
            <a:r>
              <a:rPr lang="en-US" sz="2000" dirty="0">
                <a:solidFill>
                  <a:schemeClr val="bg1"/>
                </a:solidFill>
                <a:ea typeface="+mn-lt"/>
                <a:cs typeface="+mn-lt"/>
              </a:rPr>
              <a:t>: Seamlessly integrates with GitHub repositories.</a:t>
            </a:r>
            <a:endParaRPr lang="en-US" dirty="0">
              <a:solidFill>
                <a:schemeClr val="bg1"/>
              </a:solidFill>
            </a:endParaRPr>
          </a:p>
          <a:p>
            <a:pPr marL="342900" indent="-342900" algn="just">
              <a:buFont typeface="Arial"/>
              <a:buChar char="•"/>
            </a:pPr>
            <a:r>
              <a:rPr lang="en-US" sz="2000" b="1" dirty="0">
                <a:solidFill>
                  <a:schemeClr val="bg1"/>
                </a:solidFill>
                <a:ea typeface="+mn-lt"/>
                <a:cs typeface="+mn-lt"/>
              </a:rPr>
              <a:t>Customization</a:t>
            </a:r>
            <a:r>
              <a:rPr lang="en-US" sz="2000" dirty="0">
                <a:solidFill>
                  <a:schemeClr val="bg1"/>
                </a:solidFill>
                <a:ea typeface="+mn-lt"/>
                <a:cs typeface="+mn-lt"/>
              </a:rPr>
              <a:t>: Highly customizable workflows using YAML syntax.</a:t>
            </a:r>
            <a:endParaRPr lang="en-US" dirty="0">
              <a:solidFill>
                <a:schemeClr val="bg1"/>
              </a:solidFill>
            </a:endParaRPr>
          </a:p>
          <a:p>
            <a:pPr marL="342900" indent="-342900" algn="just">
              <a:buFont typeface="Arial"/>
              <a:buChar char="•"/>
            </a:pPr>
            <a:endParaRPr lang="en-US" sz="2000" dirty="0">
              <a:solidFill>
                <a:schemeClr val="bg1"/>
              </a:solidFill>
              <a:ea typeface="+mn-lt"/>
              <a:cs typeface="+mn-lt"/>
            </a:endParaRPr>
          </a:p>
          <a:p>
            <a:pPr algn="just"/>
            <a:br>
              <a:rPr lang="en-US" dirty="0"/>
            </a:br>
            <a:endParaRPr lang="en-US" dirty="0">
              <a:ea typeface="Calibri" panose="020F0502020204030204"/>
              <a:cs typeface="Calibri" panose="020F0502020204030204"/>
            </a:endParaRPr>
          </a:p>
        </p:txBody>
      </p:sp>
      <p:sp>
        <p:nvSpPr>
          <p:cNvPr id="20" name="TextBox 19">
            <a:extLst>
              <a:ext uri="{FF2B5EF4-FFF2-40B4-BE49-F238E27FC236}">
                <a16:creationId xmlns:a16="http://schemas.microsoft.com/office/drawing/2014/main" id="{47544F2C-F846-740D-180B-4CC7A037D93A}"/>
              </a:ext>
            </a:extLst>
          </p:cNvPr>
          <p:cNvSpPr txBox="1"/>
          <p:nvPr/>
        </p:nvSpPr>
        <p:spPr>
          <a:xfrm>
            <a:off x="2128822" y="1662131"/>
            <a:ext cx="4009024" cy="830997"/>
          </a:xfrm>
          <a:prstGeom prst="rect">
            <a:avLst/>
          </a:prstGeom>
          <a:noFill/>
        </p:spPr>
        <p:txBody>
          <a:bodyPr wrap="square" lIns="91440" tIns="45720" rIns="91440" bIns="45720" rtlCol="0" anchor="t">
            <a:spAutoFit/>
          </a:bodyPr>
          <a:lstStyle/>
          <a:p>
            <a:r>
              <a:rPr lang="en-US" sz="2400" b="1" dirty="0">
                <a:solidFill>
                  <a:schemeClr val="bg1"/>
                </a:solidFill>
              </a:rPr>
              <a:t>Why GitHub Actions?</a:t>
            </a:r>
            <a:endParaRPr lang="en-US">
              <a:solidFill>
                <a:schemeClr val="bg1"/>
              </a:solidFill>
              <a:ea typeface="Calibri" panose="020F0502020204030204"/>
              <a:cs typeface="Calibri" panose="020F0502020204030204"/>
            </a:endParaRPr>
          </a:p>
          <a:p>
            <a:endParaRPr lang="en-US" sz="2400" b="1" dirty="0">
              <a:solidFill>
                <a:schemeClr val="bg1"/>
              </a:solidFill>
              <a:ea typeface="Calibri"/>
              <a:cs typeface="Calibri"/>
            </a:endParaRPr>
          </a:p>
        </p:txBody>
      </p:sp>
      <p:sp>
        <p:nvSpPr>
          <p:cNvPr id="19" name="Rectangle 18">
            <a:extLst>
              <a:ext uri="{FF2B5EF4-FFF2-40B4-BE49-F238E27FC236}">
                <a16:creationId xmlns:a16="http://schemas.microsoft.com/office/drawing/2014/main" id="{568D5F07-45AC-B6D7-D735-A1F8A181C36C}"/>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E5D74010-1898-CDD9-39CF-936A18F2BBE6}"/>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spTree>
    <p:extLst>
      <p:ext uri="{BB962C8B-B14F-4D97-AF65-F5344CB8AC3E}">
        <p14:creationId xmlns:p14="http://schemas.microsoft.com/office/powerpoint/2010/main" val="3520747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sz="4000" dirty="0">
                <a:solidFill>
                  <a:schemeClr val="bg1"/>
                </a:solidFill>
                <a:latin typeface="Calibri Light"/>
                <a:ea typeface="Calibri Light"/>
                <a:cs typeface="Calibri Light"/>
              </a:rPr>
              <a:t>GitHub Actions</a:t>
            </a:r>
            <a:endParaRPr lang="en-US" dirty="0">
              <a:solidFill>
                <a:schemeClr val="bg1"/>
              </a:solidFill>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265886" y="2491550"/>
            <a:ext cx="9737673" cy="1323439"/>
          </a:xfrm>
          <a:prstGeom prst="rect">
            <a:avLst/>
          </a:prstGeom>
          <a:noFill/>
        </p:spPr>
        <p:txBody>
          <a:bodyPr wrap="square" lIns="91440" tIns="45720" rIns="91440" bIns="45720" rtlCol="0" anchor="t">
            <a:spAutoFit/>
          </a:bodyPr>
          <a:lstStyle/>
          <a:p>
            <a:pPr marL="342900" indent="-342900" algn="just">
              <a:buFont typeface="Arial"/>
              <a:buChar char="•"/>
            </a:pPr>
            <a:r>
              <a:rPr lang="en-US" sz="2000" dirty="0">
                <a:solidFill>
                  <a:schemeClr val="bg1"/>
                </a:solidFill>
                <a:ea typeface="+mn-lt"/>
                <a:cs typeface="+mn-lt"/>
              </a:rPr>
              <a:t>To run tests in GitHub Actions, you need to create a workflow file in your repository. </a:t>
            </a:r>
            <a:endParaRPr lang="en-US" dirty="0">
              <a:solidFill>
                <a:schemeClr val="bg1"/>
              </a:solidFill>
              <a:ea typeface="+mn-lt"/>
              <a:cs typeface="+mn-lt"/>
            </a:endParaRPr>
          </a:p>
          <a:p>
            <a:pPr marL="342900" indent="-342900" algn="just">
              <a:buFont typeface="Arial"/>
              <a:buChar char="•"/>
            </a:pPr>
            <a:r>
              <a:rPr lang="en-US" sz="2000" dirty="0">
                <a:solidFill>
                  <a:schemeClr val="bg1"/>
                </a:solidFill>
                <a:ea typeface="+mn-lt"/>
                <a:cs typeface="+mn-lt"/>
              </a:rPr>
              <a:t>This file, written in YAML, defines the steps to be executed when certain events occur. </a:t>
            </a:r>
            <a:endParaRPr lang="en-US" dirty="0">
              <a:solidFill>
                <a:schemeClr val="bg1"/>
              </a:solidFill>
              <a:ea typeface="+mn-lt"/>
              <a:cs typeface="+mn-lt"/>
            </a:endParaRPr>
          </a:p>
          <a:p>
            <a:pPr marL="342900" indent="-342900" algn="just">
              <a:buFont typeface="Arial"/>
              <a:buChar char="•"/>
            </a:pPr>
            <a:r>
              <a:rPr lang="en-US" sz="2000" dirty="0">
                <a:solidFill>
                  <a:schemeClr val="bg1"/>
                </a:solidFill>
                <a:ea typeface="+mn-lt"/>
                <a:cs typeface="+mn-lt"/>
              </a:rPr>
              <a:t>For example, you can configure a workflow to run your Python tests every time code is pushed to the repository.</a:t>
            </a:r>
            <a:endParaRPr lang="en-US">
              <a:solidFill>
                <a:schemeClr val="bg1"/>
              </a:solidFill>
              <a:ea typeface="+mn-lt"/>
              <a:cs typeface="+mn-lt"/>
            </a:endParaRPr>
          </a:p>
        </p:txBody>
      </p:sp>
      <p:sp>
        <p:nvSpPr>
          <p:cNvPr id="20" name="TextBox 19">
            <a:extLst>
              <a:ext uri="{FF2B5EF4-FFF2-40B4-BE49-F238E27FC236}">
                <a16:creationId xmlns:a16="http://schemas.microsoft.com/office/drawing/2014/main" id="{47544F2C-F846-740D-180B-4CC7A037D93A}"/>
              </a:ext>
            </a:extLst>
          </p:cNvPr>
          <p:cNvSpPr txBox="1"/>
          <p:nvPr/>
        </p:nvSpPr>
        <p:spPr>
          <a:xfrm>
            <a:off x="2128822" y="1686871"/>
            <a:ext cx="4672062" cy="1200329"/>
          </a:xfrm>
          <a:prstGeom prst="rect">
            <a:avLst/>
          </a:prstGeom>
          <a:noFill/>
        </p:spPr>
        <p:txBody>
          <a:bodyPr wrap="square" lIns="91440" tIns="45720" rIns="91440" bIns="45720" rtlCol="0" anchor="t">
            <a:spAutoFit/>
          </a:bodyPr>
          <a:lstStyle/>
          <a:p>
            <a:r>
              <a:rPr lang="en-US" sz="2400" b="1" dirty="0">
                <a:solidFill>
                  <a:schemeClr val="bg1"/>
                </a:solidFill>
              </a:rPr>
              <a:t>Configuring workflows to run tests</a:t>
            </a:r>
            <a:endParaRPr lang="en-US" dirty="0"/>
          </a:p>
          <a:p>
            <a:endParaRPr lang="en-US" sz="2400" b="1" dirty="0">
              <a:solidFill>
                <a:schemeClr val="bg1"/>
              </a:solidFill>
              <a:ea typeface="Calibri"/>
              <a:cs typeface="Calibri"/>
            </a:endParaRPr>
          </a:p>
          <a:p>
            <a:endParaRPr lang="en-US" sz="2400" b="1" dirty="0">
              <a:solidFill>
                <a:schemeClr val="bg1"/>
              </a:solidFill>
              <a:ea typeface="Calibri"/>
              <a:cs typeface="Calibri"/>
            </a:endParaRPr>
          </a:p>
        </p:txBody>
      </p:sp>
      <p:sp>
        <p:nvSpPr>
          <p:cNvPr id="19" name="Rectangle 18">
            <a:extLst>
              <a:ext uri="{FF2B5EF4-FFF2-40B4-BE49-F238E27FC236}">
                <a16:creationId xmlns:a16="http://schemas.microsoft.com/office/drawing/2014/main" id="{F11F8696-79B2-1D75-9709-3443DD7FD518}"/>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683846FB-A963-4226-1CF0-3E1A0CBC0BA9}"/>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spTree>
    <p:extLst>
      <p:ext uri="{BB962C8B-B14F-4D97-AF65-F5344CB8AC3E}">
        <p14:creationId xmlns:p14="http://schemas.microsoft.com/office/powerpoint/2010/main" val="20697071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sz="4000" dirty="0">
                <a:solidFill>
                  <a:schemeClr val="bg1"/>
                </a:solidFill>
                <a:latin typeface="Calibri Light"/>
                <a:ea typeface="Calibri Light"/>
                <a:cs typeface="Calibri Light"/>
              </a:rPr>
              <a:t>Task</a:t>
            </a:r>
            <a:endParaRPr lang="en-US" dirty="0">
              <a:solidFill>
                <a:schemeClr val="bg1"/>
              </a:solidFill>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20" name="TextBox 19">
            <a:extLst>
              <a:ext uri="{FF2B5EF4-FFF2-40B4-BE49-F238E27FC236}">
                <a16:creationId xmlns:a16="http://schemas.microsoft.com/office/drawing/2014/main" id="{47544F2C-F846-740D-180B-4CC7A037D93A}"/>
              </a:ext>
            </a:extLst>
          </p:cNvPr>
          <p:cNvSpPr txBox="1"/>
          <p:nvPr/>
        </p:nvSpPr>
        <p:spPr>
          <a:xfrm>
            <a:off x="2128822" y="1706663"/>
            <a:ext cx="9199528" cy="1569660"/>
          </a:xfrm>
          <a:prstGeom prst="rect">
            <a:avLst/>
          </a:prstGeom>
          <a:noFill/>
        </p:spPr>
        <p:txBody>
          <a:bodyPr wrap="square" lIns="91440" tIns="45720" rIns="91440" bIns="45720" rtlCol="0" anchor="t">
            <a:spAutoFit/>
          </a:bodyPr>
          <a:lstStyle/>
          <a:p>
            <a:r>
              <a:rPr lang="en-US" sz="2400" b="1" dirty="0">
                <a:solidFill>
                  <a:schemeClr val="bg1"/>
                </a:solidFill>
              </a:rPr>
              <a:t>Create a GitHub Actions workflow file to run pytest on your repository.</a:t>
            </a:r>
            <a:endParaRPr lang="en-US"/>
          </a:p>
          <a:p>
            <a:endParaRPr lang="en-US" sz="2400" b="1" dirty="0">
              <a:solidFill>
                <a:schemeClr val="bg1"/>
              </a:solidFill>
              <a:ea typeface="Calibri"/>
              <a:cs typeface="Calibri"/>
            </a:endParaRPr>
          </a:p>
          <a:p>
            <a:endParaRPr lang="en-US" sz="2400" b="1" dirty="0">
              <a:solidFill>
                <a:schemeClr val="bg1"/>
              </a:solidFill>
              <a:ea typeface="Calibri"/>
              <a:cs typeface="Calibri"/>
            </a:endParaRPr>
          </a:p>
          <a:p>
            <a:endParaRPr lang="en-US" sz="2400" b="1" dirty="0">
              <a:solidFill>
                <a:schemeClr val="bg1"/>
              </a:solidFill>
              <a:ea typeface="Calibri"/>
              <a:cs typeface="Calibri"/>
            </a:endParaRPr>
          </a:p>
        </p:txBody>
      </p:sp>
      <p:sp>
        <p:nvSpPr>
          <p:cNvPr id="22" name="Rectangle 21">
            <a:extLst>
              <a:ext uri="{FF2B5EF4-FFF2-40B4-BE49-F238E27FC236}">
                <a16:creationId xmlns:a16="http://schemas.microsoft.com/office/drawing/2014/main" id="{5A9EC166-5807-C50F-1FF5-025E1DA0228E}"/>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4" name="Rectangle 23">
            <a:extLst>
              <a:ext uri="{FF2B5EF4-FFF2-40B4-BE49-F238E27FC236}">
                <a16:creationId xmlns:a16="http://schemas.microsoft.com/office/drawing/2014/main" id="{15DADA42-4FD9-EC28-968E-36719C4A00C6}"/>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pic>
        <p:nvPicPr>
          <p:cNvPr id="16" name="Picture 15" descr="A screen shot of a computer program&#10;&#10;Description automatically generated">
            <a:extLst>
              <a:ext uri="{FF2B5EF4-FFF2-40B4-BE49-F238E27FC236}">
                <a16:creationId xmlns:a16="http://schemas.microsoft.com/office/drawing/2014/main" id="{187BD382-2440-B8E6-F73A-7166F1EFA65B}"/>
              </a:ext>
            </a:extLst>
          </p:cNvPr>
          <p:cNvPicPr>
            <a:picLocks noChangeAspect="1"/>
          </p:cNvPicPr>
          <p:nvPr/>
        </p:nvPicPr>
        <p:blipFill>
          <a:blip r:embed="rId4"/>
          <a:stretch>
            <a:fillRect/>
          </a:stretch>
        </p:blipFill>
        <p:spPr>
          <a:xfrm>
            <a:off x="4121599" y="2241468"/>
            <a:ext cx="3948803" cy="3884221"/>
          </a:xfrm>
          <a:prstGeom prst="rect">
            <a:avLst/>
          </a:prstGeom>
        </p:spPr>
      </p:pic>
    </p:spTree>
    <p:extLst>
      <p:ext uri="{BB962C8B-B14F-4D97-AF65-F5344CB8AC3E}">
        <p14:creationId xmlns:p14="http://schemas.microsoft.com/office/powerpoint/2010/main" val="1529047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sz="4000">
                <a:solidFill>
                  <a:schemeClr val="bg1"/>
                </a:solidFill>
                <a:latin typeface="Calibri Light"/>
                <a:ea typeface="Calibri Light"/>
                <a:cs typeface="Calibri Light"/>
              </a:rPr>
              <a:t>GitHub Secrets</a:t>
            </a:r>
            <a:endParaRPr lang="en-US" dirty="0">
              <a:solidFill>
                <a:schemeClr val="bg1"/>
              </a:solidFill>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265886" y="2382693"/>
            <a:ext cx="9737673" cy="1323439"/>
          </a:xfrm>
          <a:prstGeom prst="rect">
            <a:avLst/>
          </a:prstGeom>
          <a:noFill/>
        </p:spPr>
        <p:txBody>
          <a:bodyPr wrap="square" lIns="91440" tIns="45720" rIns="91440" bIns="45720" rtlCol="0" anchor="t">
            <a:spAutoFit/>
          </a:bodyPr>
          <a:lstStyle/>
          <a:p>
            <a:pPr marL="342900" indent="-342900" algn="just">
              <a:buFont typeface="Arial"/>
              <a:buChar char="•"/>
            </a:pPr>
            <a:r>
              <a:rPr lang="en-US" sz="2000">
                <a:solidFill>
                  <a:schemeClr val="bg1"/>
                </a:solidFill>
                <a:latin typeface="Calibri"/>
                <a:ea typeface="+mn-lt"/>
                <a:cs typeface="+mn-lt"/>
              </a:rPr>
              <a:t>Secrets in GitHub Actions are encrypted environment variables that you can use to store sensitive information such as API keys, passwords, tokens, and other credentials. </a:t>
            </a:r>
            <a:endParaRPr lang="en-US">
              <a:solidFill>
                <a:schemeClr val="bg1"/>
              </a:solidFill>
              <a:latin typeface="Calibri"/>
              <a:ea typeface="+mn-lt"/>
              <a:cs typeface="+mn-lt"/>
            </a:endParaRPr>
          </a:p>
          <a:p>
            <a:pPr marL="342900" indent="-342900" algn="just">
              <a:buFont typeface="Arial"/>
              <a:buChar char="•"/>
            </a:pPr>
            <a:r>
              <a:rPr lang="en-US" sz="2000">
                <a:solidFill>
                  <a:schemeClr val="bg1"/>
                </a:solidFill>
                <a:latin typeface="Calibri"/>
                <a:ea typeface="+mn-lt"/>
                <a:cs typeface="+mn-lt"/>
              </a:rPr>
              <a:t>These secrets are securely stored and can be accessed within your GitHub Actions workflows, ensuring that sensitive data is not exposed in your codebase.</a:t>
            </a:r>
            <a:endParaRPr lang="en-US">
              <a:solidFill>
                <a:schemeClr val="bg1"/>
              </a:solidFill>
              <a:latin typeface="Calibri"/>
              <a:ea typeface="+mn-lt"/>
              <a:cs typeface="+mn-lt"/>
            </a:endParaRPr>
          </a:p>
        </p:txBody>
      </p:sp>
      <p:sp>
        <p:nvSpPr>
          <p:cNvPr id="20" name="TextBox 19">
            <a:extLst>
              <a:ext uri="{FF2B5EF4-FFF2-40B4-BE49-F238E27FC236}">
                <a16:creationId xmlns:a16="http://schemas.microsoft.com/office/drawing/2014/main" id="{47544F2C-F846-740D-180B-4CC7A037D93A}"/>
              </a:ext>
            </a:extLst>
          </p:cNvPr>
          <p:cNvSpPr txBox="1"/>
          <p:nvPr/>
        </p:nvSpPr>
        <p:spPr>
          <a:xfrm>
            <a:off x="2128822" y="1686871"/>
            <a:ext cx="4672062" cy="1200329"/>
          </a:xfrm>
          <a:prstGeom prst="rect">
            <a:avLst/>
          </a:prstGeom>
          <a:noFill/>
        </p:spPr>
        <p:txBody>
          <a:bodyPr wrap="square" lIns="91440" tIns="45720" rIns="91440" bIns="45720" rtlCol="0" anchor="t">
            <a:spAutoFit/>
          </a:bodyPr>
          <a:lstStyle/>
          <a:p>
            <a:r>
              <a:rPr lang="en-US" sz="2400" b="1">
                <a:solidFill>
                  <a:schemeClr val="bg1"/>
                </a:solidFill>
              </a:rPr>
              <a:t>What are GitHub Secrets?</a:t>
            </a:r>
            <a:endParaRPr lang="en-US"/>
          </a:p>
          <a:p>
            <a:endParaRPr lang="en-US" sz="2400" b="1" dirty="0">
              <a:solidFill>
                <a:schemeClr val="bg1"/>
              </a:solidFill>
              <a:ea typeface="Calibri"/>
              <a:cs typeface="Calibri"/>
            </a:endParaRPr>
          </a:p>
          <a:p>
            <a:endParaRPr lang="en-US" sz="2400" b="1" dirty="0">
              <a:solidFill>
                <a:schemeClr val="bg1"/>
              </a:solidFill>
              <a:ea typeface="Calibri"/>
              <a:cs typeface="Calibri"/>
            </a:endParaRPr>
          </a:p>
        </p:txBody>
      </p:sp>
      <p:sp>
        <p:nvSpPr>
          <p:cNvPr id="19" name="Rectangle 18">
            <a:extLst>
              <a:ext uri="{FF2B5EF4-FFF2-40B4-BE49-F238E27FC236}">
                <a16:creationId xmlns:a16="http://schemas.microsoft.com/office/drawing/2014/main" id="{F11F8696-79B2-1D75-9709-3443DD7FD518}"/>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683846FB-A963-4226-1CF0-3E1A0CBC0BA9}"/>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spTree>
    <p:extLst>
      <p:ext uri="{BB962C8B-B14F-4D97-AF65-F5344CB8AC3E}">
        <p14:creationId xmlns:p14="http://schemas.microsoft.com/office/powerpoint/2010/main" val="2818604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sz="4000">
                <a:solidFill>
                  <a:schemeClr val="bg1"/>
                </a:solidFill>
                <a:latin typeface="Calibri Light"/>
                <a:ea typeface="Calibri Light"/>
                <a:cs typeface="Calibri Light"/>
              </a:rPr>
              <a:t>GitHub Secrets</a:t>
            </a:r>
            <a:endParaRPr lang="en-US" dirty="0">
              <a:solidFill>
                <a:schemeClr val="bg1"/>
              </a:solidFill>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20" name="TextBox 19">
            <a:extLst>
              <a:ext uri="{FF2B5EF4-FFF2-40B4-BE49-F238E27FC236}">
                <a16:creationId xmlns:a16="http://schemas.microsoft.com/office/drawing/2014/main" id="{47544F2C-F846-740D-180B-4CC7A037D93A}"/>
              </a:ext>
            </a:extLst>
          </p:cNvPr>
          <p:cNvSpPr txBox="1"/>
          <p:nvPr/>
        </p:nvSpPr>
        <p:spPr>
          <a:xfrm>
            <a:off x="2128822" y="1686871"/>
            <a:ext cx="4672062" cy="1200329"/>
          </a:xfrm>
          <a:prstGeom prst="rect">
            <a:avLst/>
          </a:prstGeom>
          <a:noFill/>
        </p:spPr>
        <p:txBody>
          <a:bodyPr wrap="square" lIns="91440" tIns="45720" rIns="91440" bIns="45720" rtlCol="0" anchor="t">
            <a:spAutoFit/>
          </a:bodyPr>
          <a:lstStyle/>
          <a:p>
            <a:r>
              <a:rPr lang="en-US" sz="2400" b="1">
                <a:solidFill>
                  <a:schemeClr val="bg1"/>
                </a:solidFill>
              </a:rPr>
              <a:t>Why GitHub Secrets?</a:t>
            </a:r>
            <a:endParaRPr lang="en-US">
              <a:solidFill>
                <a:schemeClr val="bg1"/>
              </a:solidFill>
            </a:endParaRPr>
          </a:p>
          <a:p>
            <a:endParaRPr lang="en-US" sz="2400" b="1" dirty="0">
              <a:solidFill>
                <a:schemeClr val="bg1"/>
              </a:solidFill>
              <a:ea typeface="Calibri"/>
              <a:cs typeface="Calibri"/>
            </a:endParaRPr>
          </a:p>
          <a:p>
            <a:endParaRPr lang="en-US" sz="2400" b="1" dirty="0">
              <a:solidFill>
                <a:schemeClr val="bg1"/>
              </a:solidFill>
              <a:ea typeface="Calibri"/>
              <a:cs typeface="Calibri"/>
            </a:endParaRPr>
          </a:p>
        </p:txBody>
      </p:sp>
      <p:sp>
        <p:nvSpPr>
          <p:cNvPr id="19" name="Rectangle 18">
            <a:extLst>
              <a:ext uri="{FF2B5EF4-FFF2-40B4-BE49-F238E27FC236}">
                <a16:creationId xmlns:a16="http://schemas.microsoft.com/office/drawing/2014/main" id="{F11F8696-79B2-1D75-9709-3443DD7FD518}"/>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683846FB-A963-4226-1CF0-3E1A0CBC0BA9}"/>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sp>
        <p:nvSpPr>
          <p:cNvPr id="15" name="TextBox 14">
            <a:extLst>
              <a:ext uri="{FF2B5EF4-FFF2-40B4-BE49-F238E27FC236}">
                <a16:creationId xmlns:a16="http://schemas.microsoft.com/office/drawing/2014/main" id="{DD8C935E-9F28-34CB-AE7A-912079A8A832}"/>
              </a:ext>
            </a:extLst>
          </p:cNvPr>
          <p:cNvSpPr txBox="1"/>
          <p:nvPr/>
        </p:nvSpPr>
        <p:spPr>
          <a:xfrm>
            <a:off x="1221354" y="2447017"/>
            <a:ext cx="9737673" cy="1938992"/>
          </a:xfrm>
          <a:prstGeom prst="rect">
            <a:avLst/>
          </a:prstGeom>
          <a:noFill/>
        </p:spPr>
        <p:txBody>
          <a:bodyPr wrap="square" lIns="91440" tIns="45720" rIns="91440" bIns="45720" rtlCol="0" anchor="t">
            <a:spAutoFit/>
          </a:bodyPr>
          <a:lstStyle/>
          <a:p>
            <a:pPr marL="342900" indent="-342900" algn="just">
              <a:buFont typeface="Arial"/>
              <a:buChar char="•"/>
            </a:pPr>
            <a:r>
              <a:rPr lang="en-US" sz="2000" b="1">
                <a:solidFill>
                  <a:schemeClr val="bg1"/>
                </a:solidFill>
                <a:latin typeface="Calibri"/>
                <a:ea typeface="+mn-lt"/>
                <a:cs typeface="+mn-lt"/>
              </a:rPr>
              <a:t>Security</a:t>
            </a:r>
            <a:r>
              <a:rPr lang="en-US" sz="2000">
                <a:solidFill>
                  <a:schemeClr val="bg1"/>
                </a:solidFill>
                <a:latin typeface="Calibri"/>
                <a:ea typeface="+mn-lt"/>
                <a:cs typeface="+mn-lt"/>
              </a:rPr>
              <a:t>: Secrets are encrypted and only accessible within the context of your workflows, reducing the risk of exposing sensitive information.</a:t>
            </a:r>
            <a:endParaRPr lang="en-US">
              <a:solidFill>
                <a:schemeClr val="bg1"/>
              </a:solidFill>
              <a:latin typeface="Calibri"/>
              <a:ea typeface="+mn-lt"/>
              <a:cs typeface="+mn-lt"/>
            </a:endParaRPr>
          </a:p>
          <a:p>
            <a:pPr marL="342900" indent="-342900" algn="just">
              <a:buFont typeface="Arial"/>
              <a:buChar char="•"/>
            </a:pPr>
            <a:r>
              <a:rPr lang="en-US" sz="2000" b="1">
                <a:solidFill>
                  <a:schemeClr val="bg1"/>
                </a:solidFill>
                <a:latin typeface="Calibri"/>
                <a:ea typeface="+mn-lt"/>
                <a:cs typeface="+mn-lt"/>
              </a:rPr>
              <a:t>Convenience</a:t>
            </a:r>
            <a:r>
              <a:rPr lang="en-US" sz="2000">
                <a:solidFill>
                  <a:schemeClr val="bg1"/>
                </a:solidFill>
                <a:latin typeface="Calibri"/>
                <a:ea typeface="+mn-lt"/>
                <a:cs typeface="+mn-lt"/>
              </a:rPr>
              <a:t>: Secrets can be easily managed and updated through the GitHub repository settings, making it simple to maintain and rotate credentials.</a:t>
            </a:r>
            <a:endParaRPr lang="en-US">
              <a:solidFill>
                <a:schemeClr val="bg1"/>
              </a:solidFill>
            </a:endParaRPr>
          </a:p>
          <a:p>
            <a:pPr marL="342900" indent="-342900" algn="just">
              <a:buFont typeface="Arial"/>
              <a:buChar char="•"/>
            </a:pPr>
            <a:r>
              <a:rPr lang="en-US" sz="2000" b="1">
                <a:solidFill>
                  <a:schemeClr val="bg1"/>
                </a:solidFill>
                <a:latin typeface="Calibri"/>
                <a:ea typeface="+mn-lt"/>
                <a:cs typeface="+mn-lt"/>
              </a:rPr>
              <a:t>Compliance</a:t>
            </a:r>
            <a:r>
              <a:rPr lang="en-US" sz="2000">
                <a:solidFill>
                  <a:schemeClr val="bg1"/>
                </a:solidFill>
                <a:latin typeface="Calibri"/>
                <a:ea typeface="+mn-lt"/>
                <a:cs typeface="+mn-lt"/>
              </a:rPr>
              <a:t>: Using secrets helps you comply with best practices and security policies by keeping sensitive information out of your source code.</a:t>
            </a:r>
            <a:endParaRPr lang="en-US">
              <a:solidFill>
                <a:schemeClr val="bg1"/>
              </a:solidFill>
            </a:endParaRPr>
          </a:p>
        </p:txBody>
      </p:sp>
    </p:spTree>
    <p:extLst>
      <p:ext uri="{BB962C8B-B14F-4D97-AF65-F5344CB8AC3E}">
        <p14:creationId xmlns:p14="http://schemas.microsoft.com/office/powerpoint/2010/main" val="18633209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4154041"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sz="4000">
                <a:solidFill>
                  <a:schemeClr val="bg1"/>
                </a:solidFill>
                <a:latin typeface="Calibri Light"/>
                <a:ea typeface="Calibri Light"/>
                <a:cs typeface="Calibri Light"/>
              </a:rPr>
              <a:t>GitHub Secrets</a:t>
            </a:r>
            <a:endParaRPr lang="en-US" dirty="0">
              <a:solidFill>
                <a:schemeClr val="bg1"/>
              </a:solidFill>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20" name="TextBox 19">
            <a:extLst>
              <a:ext uri="{FF2B5EF4-FFF2-40B4-BE49-F238E27FC236}">
                <a16:creationId xmlns:a16="http://schemas.microsoft.com/office/drawing/2014/main" id="{47544F2C-F846-740D-180B-4CC7A037D93A}"/>
              </a:ext>
            </a:extLst>
          </p:cNvPr>
          <p:cNvSpPr txBox="1"/>
          <p:nvPr/>
        </p:nvSpPr>
        <p:spPr>
          <a:xfrm>
            <a:off x="2128822" y="1686871"/>
            <a:ext cx="4672062" cy="1200329"/>
          </a:xfrm>
          <a:prstGeom prst="rect">
            <a:avLst/>
          </a:prstGeom>
          <a:noFill/>
        </p:spPr>
        <p:txBody>
          <a:bodyPr wrap="square" lIns="91440" tIns="45720" rIns="91440" bIns="45720" rtlCol="0" anchor="t">
            <a:spAutoFit/>
          </a:bodyPr>
          <a:lstStyle/>
          <a:p>
            <a:r>
              <a:rPr lang="en-US" sz="2400" b="1">
                <a:solidFill>
                  <a:schemeClr val="bg1"/>
                </a:solidFill>
              </a:rPr>
              <a:t>GitHub Secrets Set Up</a:t>
            </a:r>
            <a:endParaRPr lang="en-US">
              <a:solidFill>
                <a:schemeClr val="bg1"/>
              </a:solidFill>
            </a:endParaRPr>
          </a:p>
          <a:p>
            <a:endParaRPr lang="en-US" sz="2400" b="1" dirty="0">
              <a:solidFill>
                <a:schemeClr val="bg1"/>
              </a:solidFill>
              <a:ea typeface="Calibri"/>
              <a:cs typeface="Calibri"/>
            </a:endParaRPr>
          </a:p>
          <a:p>
            <a:endParaRPr lang="en-US" sz="2400" b="1" dirty="0">
              <a:solidFill>
                <a:schemeClr val="bg1"/>
              </a:solidFill>
              <a:ea typeface="Calibri"/>
              <a:cs typeface="Calibri"/>
            </a:endParaRPr>
          </a:p>
        </p:txBody>
      </p:sp>
      <p:sp>
        <p:nvSpPr>
          <p:cNvPr id="19" name="Rectangle 18">
            <a:extLst>
              <a:ext uri="{FF2B5EF4-FFF2-40B4-BE49-F238E27FC236}">
                <a16:creationId xmlns:a16="http://schemas.microsoft.com/office/drawing/2014/main" id="{F11F8696-79B2-1D75-9709-3443DD7FD518}"/>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683846FB-A963-4226-1CF0-3E1A0CBC0BA9}"/>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sp>
        <p:nvSpPr>
          <p:cNvPr id="15" name="TextBox 14">
            <a:extLst>
              <a:ext uri="{FF2B5EF4-FFF2-40B4-BE49-F238E27FC236}">
                <a16:creationId xmlns:a16="http://schemas.microsoft.com/office/drawing/2014/main" id="{DD8C935E-9F28-34CB-AE7A-912079A8A832}"/>
              </a:ext>
            </a:extLst>
          </p:cNvPr>
          <p:cNvSpPr txBox="1"/>
          <p:nvPr/>
        </p:nvSpPr>
        <p:spPr>
          <a:xfrm>
            <a:off x="1221354" y="2447017"/>
            <a:ext cx="9737673" cy="2246769"/>
          </a:xfrm>
          <a:prstGeom prst="rect">
            <a:avLst/>
          </a:prstGeom>
          <a:noFill/>
        </p:spPr>
        <p:txBody>
          <a:bodyPr wrap="square" lIns="91440" tIns="45720" rIns="91440" bIns="45720" rtlCol="0" anchor="t">
            <a:spAutoFit/>
          </a:bodyPr>
          <a:lstStyle/>
          <a:p>
            <a:pPr marL="457200" indent="-457200" algn="just">
              <a:buAutoNum type="arabicPeriod"/>
            </a:pPr>
            <a:r>
              <a:rPr lang="en-US" sz="2000">
                <a:solidFill>
                  <a:schemeClr val="bg1"/>
                </a:solidFill>
                <a:latin typeface="Calibri"/>
                <a:ea typeface="+mn-lt"/>
                <a:cs typeface="+mn-lt"/>
              </a:rPr>
              <a:t>Navigate to your repository on GitHub.</a:t>
            </a:r>
            <a:endParaRPr lang="en-US"/>
          </a:p>
          <a:p>
            <a:pPr marL="457200" indent="-457200" algn="just">
              <a:buAutoNum type="arabicPeriod"/>
            </a:pPr>
            <a:r>
              <a:rPr lang="en-US" sz="2000">
                <a:solidFill>
                  <a:srgbClr val="FFFFFF"/>
                </a:solidFill>
                <a:latin typeface="Calibri"/>
                <a:ea typeface="+mn-lt"/>
                <a:cs typeface="+mn-lt"/>
              </a:rPr>
              <a:t>Click on the "Settings" tab.</a:t>
            </a:r>
            <a:endParaRPr lang="en-US" sz="2000">
              <a:solidFill>
                <a:srgbClr val="FFFFFF"/>
              </a:solidFill>
              <a:latin typeface="Calibri"/>
              <a:ea typeface="Calibri" panose="020F0502020204030204"/>
              <a:cs typeface="Calibri" panose="020F0502020204030204"/>
            </a:endParaRPr>
          </a:p>
          <a:p>
            <a:pPr marL="457200" indent="-457200" algn="just">
              <a:buAutoNum type="arabicPeriod"/>
            </a:pPr>
            <a:r>
              <a:rPr lang="en-US" sz="2000">
                <a:solidFill>
                  <a:srgbClr val="FFFFFF"/>
                </a:solidFill>
                <a:latin typeface="Calibri"/>
                <a:ea typeface="+mn-lt"/>
                <a:cs typeface="+mn-lt"/>
              </a:rPr>
              <a:t>In the left sidebar, click on "Secrets and variables" and then "Actions".</a:t>
            </a:r>
            <a:endParaRPr lang="en-US" sz="2000">
              <a:solidFill>
                <a:srgbClr val="FFFFFF"/>
              </a:solidFill>
              <a:latin typeface="Calibri"/>
              <a:ea typeface="Calibri" panose="020F0502020204030204"/>
              <a:cs typeface="Calibri" panose="020F0502020204030204"/>
            </a:endParaRPr>
          </a:p>
          <a:p>
            <a:pPr marL="457200" indent="-457200" algn="just">
              <a:buAutoNum type="arabicPeriod"/>
            </a:pPr>
            <a:r>
              <a:rPr lang="en-US" sz="2000">
                <a:solidFill>
                  <a:srgbClr val="FFFFFF"/>
                </a:solidFill>
                <a:latin typeface="Calibri"/>
                <a:ea typeface="+mn-lt"/>
                <a:cs typeface="+mn-lt"/>
              </a:rPr>
              <a:t>Click the "New repository secret" button.</a:t>
            </a:r>
            <a:endParaRPr lang="en-US" sz="2000">
              <a:solidFill>
                <a:srgbClr val="FFFFFF"/>
              </a:solidFill>
              <a:latin typeface="Calibri"/>
              <a:ea typeface="Calibri" panose="020F0502020204030204"/>
              <a:cs typeface="Calibri" panose="020F0502020204030204"/>
            </a:endParaRPr>
          </a:p>
          <a:p>
            <a:pPr marL="457200" indent="-457200" algn="just">
              <a:buAutoNum type="arabicPeriod"/>
            </a:pPr>
            <a:r>
              <a:rPr lang="en-US" sz="2000">
                <a:solidFill>
                  <a:srgbClr val="FFFFFF"/>
                </a:solidFill>
                <a:latin typeface="Calibri"/>
                <a:ea typeface="+mn-lt"/>
                <a:cs typeface="+mn-lt"/>
              </a:rPr>
              <a:t>Enter a name for your secret in the "Name" field.</a:t>
            </a:r>
            <a:endParaRPr lang="en-US" sz="2000">
              <a:solidFill>
                <a:srgbClr val="FFFFFF"/>
              </a:solidFill>
              <a:latin typeface="Calibri"/>
              <a:ea typeface="Calibri" panose="020F0502020204030204"/>
              <a:cs typeface="Calibri" panose="020F0502020204030204"/>
            </a:endParaRPr>
          </a:p>
          <a:p>
            <a:pPr marL="457200" indent="-457200" algn="just">
              <a:buAutoNum type="arabicPeriod"/>
            </a:pPr>
            <a:r>
              <a:rPr lang="en-US" sz="2000">
                <a:solidFill>
                  <a:srgbClr val="FFFFFF"/>
                </a:solidFill>
                <a:latin typeface="Calibri"/>
                <a:ea typeface="+mn-lt"/>
                <a:cs typeface="+mn-lt"/>
              </a:rPr>
              <a:t>Enter the value of your secret in the "Value" field.</a:t>
            </a:r>
            <a:endParaRPr lang="en-US" sz="2000">
              <a:solidFill>
                <a:srgbClr val="FFFFFF"/>
              </a:solidFill>
              <a:latin typeface="Calibri"/>
              <a:ea typeface="Calibri" panose="020F0502020204030204"/>
              <a:cs typeface="Calibri" panose="020F0502020204030204"/>
            </a:endParaRPr>
          </a:p>
          <a:p>
            <a:pPr marL="457200" indent="-457200" algn="just">
              <a:buAutoNum type="arabicPeriod"/>
            </a:pPr>
            <a:r>
              <a:rPr lang="en-US" sz="2000">
                <a:solidFill>
                  <a:srgbClr val="FFFFFF"/>
                </a:solidFill>
                <a:latin typeface="Calibri"/>
                <a:ea typeface="+mn-lt"/>
                <a:cs typeface="+mn-lt"/>
              </a:rPr>
              <a:t>Click the "Add secret" button.</a:t>
            </a:r>
            <a:endParaRPr lang="en-US" sz="2000">
              <a:solidFill>
                <a:srgbClr val="FFFFFF"/>
              </a:solidFill>
              <a:latin typeface="Calibri"/>
              <a:ea typeface="Calibri" panose="020F0502020204030204"/>
              <a:cs typeface="Calibri" panose="020F0502020204030204"/>
            </a:endParaRPr>
          </a:p>
        </p:txBody>
      </p:sp>
    </p:spTree>
    <p:extLst>
      <p:ext uri="{BB962C8B-B14F-4D97-AF65-F5344CB8AC3E}">
        <p14:creationId xmlns:p14="http://schemas.microsoft.com/office/powerpoint/2010/main" val="3848252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5588976"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sz="4000">
                <a:solidFill>
                  <a:schemeClr val="bg1"/>
                </a:solidFill>
                <a:latin typeface="Calibri Light"/>
                <a:ea typeface="Calibri Light"/>
                <a:cs typeface="Calibri Light"/>
              </a:rPr>
              <a:t>GitHub Secrets</a:t>
            </a:r>
            <a:endParaRPr lang="en-US" dirty="0">
              <a:solidFill>
                <a:schemeClr val="bg1"/>
              </a:solidFill>
              <a:ea typeface="Calibri Light"/>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226302" y="1521732"/>
            <a:ext cx="9737673" cy="1015663"/>
          </a:xfrm>
          <a:prstGeom prst="rect">
            <a:avLst/>
          </a:prstGeom>
          <a:noFill/>
        </p:spPr>
        <p:txBody>
          <a:bodyPr wrap="square" lIns="91440" tIns="45720" rIns="91440" bIns="45720" rtlCol="0" anchor="t">
            <a:spAutoFit/>
          </a:bodyPr>
          <a:lstStyle/>
          <a:p>
            <a:pPr marL="342900" indent="-342900" algn="just">
              <a:buFont typeface="Arial"/>
              <a:buChar char="•"/>
            </a:pPr>
            <a:r>
              <a:rPr lang="en-US" sz="2000" dirty="0">
                <a:solidFill>
                  <a:schemeClr val="bg1"/>
                </a:solidFill>
              </a:rPr>
              <a:t>Store</a:t>
            </a:r>
            <a:r>
              <a:rPr lang="en-US" sz="2000" dirty="0">
                <a:solidFill>
                  <a:schemeClr val="bg1"/>
                </a:solidFill>
                <a:ea typeface="+mn-lt"/>
                <a:cs typeface="+mn-lt"/>
              </a:rPr>
              <a:t> a secret API key in </a:t>
            </a:r>
            <a:r>
              <a:rPr lang="en-US" sz="2000">
                <a:solidFill>
                  <a:schemeClr val="bg1"/>
                </a:solidFill>
              </a:rPr>
              <a:t>GitHub Actions and use it in a workflow. The secret will be the username of the employee that has permissions to access the API. For this, you need to modify the FastAPI endpoint and the tests. The username is "user_name".</a:t>
            </a:r>
            <a:endParaRPr lang="en-US" sz="2000" dirty="0">
              <a:solidFill>
                <a:schemeClr val="bg1"/>
              </a:solidFill>
              <a:ea typeface="Calibri"/>
              <a:cs typeface="Calibri"/>
            </a:endParaRPr>
          </a:p>
        </p:txBody>
      </p:sp>
      <p:sp>
        <p:nvSpPr>
          <p:cNvPr id="23" name="Rectangle 22">
            <a:extLst>
              <a:ext uri="{FF2B5EF4-FFF2-40B4-BE49-F238E27FC236}">
                <a16:creationId xmlns:a16="http://schemas.microsoft.com/office/drawing/2014/main" id="{87A70AA1-EC25-0D41-5EEF-47640AC4AA14}"/>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5" name="Rectangle 24">
            <a:extLst>
              <a:ext uri="{FF2B5EF4-FFF2-40B4-BE49-F238E27FC236}">
                <a16:creationId xmlns:a16="http://schemas.microsoft.com/office/drawing/2014/main" id="{39C23D10-5FF2-D7FE-3F51-55261360101B}"/>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dirty="0">
                <a:solidFill>
                  <a:schemeClr val="bg1"/>
                </a:solidFill>
              </a:rPr>
              <a:t>Presenter:​Ana:</a:t>
            </a:r>
          </a:p>
        </p:txBody>
      </p:sp>
      <p:pic>
        <p:nvPicPr>
          <p:cNvPr id="19" name="Picture 18" descr="A screen shot of a computer code&#10;&#10;Description automatically generated">
            <a:extLst>
              <a:ext uri="{FF2B5EF4-FFF2-40B4-BE49-F238E27FC236}">
                <a16:creationId xmlns:a16="http://schemas.microsoft.com/office/drawing/2014/main" id="{8566A68F-BBBA-A498-3B48-557A4375BCE3}"/>
              </a:ext>
            </a:extLst>
          </p:cNvPr>
          <p:cNvPicPr>
            <a:picLocks noChangeAspect="1"/>
          </p:cNvPicPr>
          <p:nvPr/>
        </p:nvPicPr>
        <p:blipFill>
          <a:blip r:embed="rId4"/>
          <a:stretch>
            <a:fillRect/>
          </a:stretch>
        </p:blipFill>
        <p:spPr>
          <a:xfrm>
            <a:off x="2953988" y="3108145"/>
            <a:ext cx="5937662" cy="2967296"/>
          </a:xfrm>
          <a:prstGeom prst="rect">
            <a:avLst/>
          </a:prstGeom>
        </p:spPr>
      </p:pic>
    </p:spTree>
    <p:extLst>
      <p:ext uri="{BB962C8B-B14F-4D97-AF65-F5344CB8AC3E}">
        <p14:creationId xmlns:p14="http://schemas.microsoft.com/office/powerpoint/2010/main" val="2654801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5588976"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sz="4000">
                <a:solidFill>
                  <a:schemeClr val="bg1"/>
                </a:solidFill>
                <a:latin typeface="Calibri Light"/>
                <a:ea typeface="Calibri Light"/>
                <a:cs typeface="Calibri Light"/>
              </a:rPr>
              <a:t>GitHub Secrets</a:t>
            </a:r>
            <a:endParaRPr lang="en-US" dirty="0">
              <a:solidFill>
                <a:schemeClr val="bg1"/>
              </a:solidFill>
              <a:ea typeface="Calibri Light"/>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23" name="Rectangle 22">
            <a:extLst>
              <a:ext uri="{FF2B5EF4-FFF2-40B4-BE49-F238E27FC236}">
                <a16:creationId xmlns:a16="http://schemas.microsoft.com/office/drawing/2014/main" id="{87A70AA1-EC25-0D41-5EEF-47640AC4AA14}"/>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5" name="Rectangle 24">
            <a:extLst>
              <a:ext uri="{FF2B5EF4-FFF2-40B4-BE49-F238E27FC236}">
                <a16:creationId xmlns:a16="http://schemas.microsoft.com/office/drawing/2014/main" id="{39C23D10-5FF2-D7FE-3F51-55261360101B}"/>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dirty="0">
                <a:solidFill>
                  <a:schemeClr val="bg1"/>
                </a:solidFill>
              </a:rPr>
              <a:t>Presenter:​Ana:</a:t>
            </a:r>
          </a:p>
        </p:txBody>
      </p:sp>
      <p:pic>
        <p:nvPicPr>
          <p:cNvPr id="21" name="Picture 20" descr="A screen shot of a computer program&#10;&#10;Description automatically generated">
            <a:extLst>
              <a:ext uri="{FF2B5EF4-FFF2-40B4-BE49-F238E27FC236}">
                <a16:creationId xmlns:a16="http://schemas.microsoft.com/office/drawing/2014/main" id="{601EE2E5-F85A-5629-D31D-DC97F5ACE6D1}"/>
              </a:ext>
            </a:extLst>
          </p:cNvPr>
          <p:cNvPicPr>
            <a:picLocks noChangeAspect="1"/>
          </p:cNvPicPr>
          <p:nvPr/>
        </p:nvPicPr>
        <p:blipFill>
          <a:blip r:embed="rId4"/>
          <a:stretch>
            <a:fillRect/>
          </a:stretch>
        </p:blipFill>
        <p:spPr>
          <a:xfrm>
            <a:off x="3825100" y="1425039"/>
            <a:ext cx="4541801" cy="4839195"/>
          </a:xfrm>
          <a:prstGeom prst="rect">
            <a:avLst/>
          </a:prstGeom>
        </p:spPr>
      </p:pic>
    </p:spTree>
    <p:extLst>
      <p:ext uri="{BB962C8B-B14F-4D97-AF65-F5344CB8AC3E}">
        <p14:creationId xmlns:p14="http://schemas.microsoft.com/office/powerpoint/2010/main" val="2968581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5588976"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sz="4000">
                <a:solidFill>
                  <a:schemeClr val="bg1"/>
                </a:solidFill>
                <a:latin typeface="Calibri Light"/>
                <a:ea typeface="Calibri Light"/>
                <a:cs typeface="Calibri Light"/>
              </a:rPr>
              <a:t>GitHub Secrets</a:t>
            </a:r>
            <a:endParaRPr lang="en-US" dirty="0">
              <a:solidFill>
                <a:schemeClr val="bg1"/>
              </a:solidFill>
              <a:ea typeface="Calibri Light"/>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23" name="Rectangle 22">
            <a:extLst>
              <a:ext uri="{FF2B5EF4-FFF2-40B4-BE49-F238E27FC236}">
                <a16:creationId xmlns:a16="http://schemas.microsoft.com/office/drawing/2014/main" id="{87A70AA1-EC25-0D41-5EEF-47640AC4AA14}"/>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5" name="Rectangle 24">
            <a:extLst>
              <a:ext uri="{FF2B5EF4-FFF2-40B4-BE49-F238E27FC236}">
                <a16:creationId xmlns:a16="http://schemas.microsoft.com/office/drawing/2014/main" id="{39C23D10-5FF2-D7FE-3F51-55261360101B}"/>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p>
        </p:txBody>
      </p:sp>
      <p:pic>
        <p:nvPicPr>
          <p:cNvPr id="17" name="Picture 16" descr="A screen shot of a computer program&#10;&#10;Description automatically generated">
            <a:extLst>
              <a:ext uri="{FF2B5EF4-FFF2-40B4-BE49-F238E27FC236}">
                <a16:creationId xmlns:a16="http://schemas.microsoft.com/office/drawing/2014/main" id="{766D6FD9-EAD1-9A40-48BC-6517AE77EE36}"/>
              </a:ext>
            </a:extLst>
          </p:cNvPr>
          <p:cNvPicPr>
            <a:picLocks noChangeAspect="1"/>
          </p:cNvPicPr>
          <p:nvPr/>
        </p:nvPicPr>
        <p:blipFill>
          <a:blip r:embed="rId4"/>
          <a:stretch>
            <a:fillRect/>
          </a:stretch>
        </p:blipFill>
        <p:spPr>
          <a:xfrm>
            <a:off x="3937417" y="1632857"/>
            <a:ext cx="4322114" cy="4527468"/>
          </a:xfrm>
          <a:prstGeom prst="rect">
            <a:avLst/>
          </a:prstGeom>
        </p:spPr>
      </p:pic>
    </p:spTree>
    <p:extLst>
      <p:ext uri="{BB962C8B-B14F-4D97-AF65-F5344CB8AC3E}">
        <p14:creationId xmlns:p14="http://schemas.microsoft.com/office/powerpoint/2010/main" val="2515031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Title 3">
            <a:extLst>
              <a:ext uri="{FF2B5EF4-FFF2-40B4-BE49-F238E27FC236}">
                <a16:creationId xmlns:a16="http://schemas.microsoft.com/office/drawing/2014/main" id="{24918E77-C490-407F-E54E-8601660D7674}"/>
              </a:ext>
            </a:extLst>
          </p:cNvPr>
          <p:cNvSpPr txBox="1">
            <a:spLocks/>
          </p:cNvSpPr>
          <p:nvPr/>
        </p:nvSpPr>
        <p:spPr>
          <a:xfrm>
            <a:off x="1941956" y="586540"/>
            <a:ext cx="7513767" cy="1154100"/>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sz="4000">
                <a:solidFill>
                  <a:schemeClr val="bg1"/>
                </a:solidFill>
                <a:latin typeface="Calibri Light"/>
                <a:ea typeface="Calibri Light"/>
                <a:cs typeface="Calibri Light"/>
              </a:rPr>
              <a:t>Best Practices for Testing and CI</a:t>
            </a:r>
            <a:endParaRPr lang="en-US">
              <a:solidFill>
                <a:schemeClr val="bg1"/>
              </a:solidFill>
              <a:ea typeface="Calibri Light"/>
            </a:endParaRPr>
          </a:p>
        </p:txBody>
      </p: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16" name="TextBox 15">
            <a:extLst>
              <a:ext uri="{FF2B5EF4-FFF2-40B4-BE49-F238E27FC236}">
                <a16:creationId xmlns:a16="http://schemas.microsoft.com/office/drawing/2014/main" id="{5A6F5D52-C553-E2B3-C247-C1CB74ECDAF4}"/>
              </a:ext>
            </a:extLst>
          </p:cNvPr>
          <p:cNvSpPr txBox="1"/>
          <p:nvPr/>
        </p:nvSpPr>
        <p:spPr>
          <a:xfrm>
            <a:off x="1265886" y="2491550"/>
            <a:ext cx="9737673" cy="2554545"/>
          </a:xfrm>
          <a:prstGeom prst="rect">
            <a:avLst/>
          </a:prstGeom>
          <a:noFill/>
        </p:spPr>
        <p:txBody>
          <a:bodyPr wrap="square" lIns="91440" tIns="45720" rIns="91440" bIns="45720" rtlCol="0" anchor="t">
            <a:spAutoFit/>
          </a:bodyPr>
          <a:lstStyle/>
          <a:p>
            <a:pPr marL="800100" lvl="1" indent="-342900" algn="just">
              <a:buFont typeface="Arial"/>
              <a:buChar char="•"/>
            </a:pPr>
            <a:r>
              <a:rPr lang="en-US" sz="2000" b="1" dirty="0">
                <a:solidFill>
                  <a:schemeClr val="bg1"/>
                </a:solidFill>
              </a:rPr>
              <a:t>Write Clear and Concise Tests</a:t>
            </a:r>
            <a:r>
              <a:rPr lang="en-US" sz="2000" dirty="0">
                <a:solidFill>
                  <a:schemeClr val="bg1"/>
                </a:solidFill>
              </a:rPr>
              <a:t>: Ensure that </a:t>
            </a:r>
            <a:r>
              <a:rPr lang="en-US" sz="2000" dirty="0">
                <a:solidFill>
                  <a:schemeClr val="bg1"/>
                </a:solidFill>
                <a:ea typeface="+mn-lt"/>
                <a:cs typeface="+mn-lt"/>
              </a:rPr>
              <a:t>tests are easy to understand and maintain.</a:t>
            </a:r>
            <a:endParaRPr lang="en-US" dirty="0">
              <a:solidFill>
                <a:schemeClr val="bg1"/>
              </a:solidFill>
              <a:ea typeface="Calibri" panose="020F0502020204030204"/>
              <a:cs typeface="Calibri" panose="020F0502020204030204"/>
            </a:endParaRPr>
          </a:p>
          <a:p>
            <a:pPr marL="800100" lvl="1" indent="-342900" algn="just">
              <a:buFont typeface="Arial"/>
              <a:buChar char="•"/>
            </a:pPr>
            <a:r>
              <a:rPr lang="en-US" sz="2000" b="1" dirty="0">
                <a:solidFill>
                  <a:schemeClr val="bg1"/>
                </a:solidFill>
                <a:ea typeface="+mn-lt"/>
                <a:cs typeface="+mn-lt"/>
              </a:rPr>
              <a:t>Run Tests Frequently</a:t>
            </a:r>
            <a:r>
              <a:rPr lang="en-US" sz="2000" dirty="0">
                <a:solidFill>
                  <a:schemeClr val="bg1"/>
                </a:solidFill>
                <a:ea typeface="+mn-lt"/>
                <a:cs typeface="+mn-lt"/>
              </a:rPr>
              <a:t>: Integrate tests into your CI pipeline to catch issues early.</a:t>
            </a:r>
            <a:endParaRPr lang="en-US" dirty="0">
              <a:solidFill>
                <a:schemeClr val="bg1"/>
              </a:solidFill>
              <a:ea typeface="Calibri" panose="020F0502020204030204"/>
              <a:cs typeface="Calibri" panose="020F0502020204030204"/>
            </a:endParaRPr>
          </a:p>
          <a:p>
            <a:pPr marL="800100" lvl="1" indent="-342900" algn="just">
              <a:buFont typeface="Arial"/>
              <a:buChar char="•"/>
            </a:pPr>
            <a:r>
              <a:rPr lang="en-US" sz="2000" b="1" dirty="0">
                <a:solidFill>
                  <a:schemeClr val="bg1"/>
                </a:solidFill>
                <a:ea typeface="+mn-lt"/>
                <a:cs typeface="+mn-lt"/>
              </a:rPr>
              <a:t>Use Fixtures and Parameterization</a:t>
            </a:r>
            <a:r>
              <a:rPr lang="en-US" sz="2000" dirty="0">
                <a:solidFill>
                  <a:schemeClr val="bg1"/>
                </a:solidFill>
                <a:ea typeface="+mn-lt"/>
                <a:cs typeface="+mn-lt"/>
              </a:rPr>
              <a:t>: Leverage </a:t>
            </a:r>
            <a:r>
              <a:rPr lang="en-US" sz="2000" dirty="0" err="1">
                <a:solidFill>
                  <a:schemeClr val="bg1"/>
                </a:solidFill>
                <a:ea typeface="+mn-lt"/>
                <a:cs typeface="+mn-lt"/>
              </a:rPr>
              <a:t>pytest</a:t>
            </a:r>
            <a:r>
              <a:rPr lang="en-US" sz="2000" dirty="0">
                <a:solidFill>
                  <a:schemeClr val="bg1"/>
                </a:solidFill>
                <a:ea typeface="+mn-lt"/>
                <a:cs typeface="+mn-lt"/>
              </a:rPr>
              <a:t> features to reduce code duplication and improve test coverage.</a:t>
            </a:r>
            <a:endParaRPr lang="en-US" dirty="0">
              <a:solidFill>
                <a:schemeClr val="bg1"/>
              </a:solidFill>
              <a:ea typeface="Calibri" panose="020F0502020204030204"/>
              <a:cs typeface="Calibri" panose="020F0502020204030204"/>
            </a:endParaRPr>
          </a:p>
          <a:p>
            <a:pPr marL="800100" lvl="1" indent="-342900" algn="just">
              <a:buFont typeface="Arial"/>
              <a:buChar char="•"/>
            </a:pPr>
            <a:r>
              <a:rPr lang="en-US" sz="2000" b="1" dirty="0">
                <a:solidFill>
                  <a:schemeClr val="bg1"/>
                </a:solidFill>
                <a:ea typeface="+mn-lt"/>
                <a:cs typeface="+mn-lt"/>
              </a:rPr>
              <a:t>Secure Your Workflows</a:t>
            </a:r>
            <a:r>
              <a:rPr lang="en-US" sz="2000" dirty="0">
                <a:solidFill>
                  <a:schemeClr val="bg1"/>
                </a:solidFill>
                <a:ea typeface="+mn-lt"/>
                <a:cs typeface="+mn-lt"/>
              </a:rPr>
              <a:t>: Manage secrets properly and follow security best practices </a:t>
            </a:r>
            <a:r>
              <a:rPr lang="en-US" sz="2000">
                <a:solidFill>
                  <a:schemeClr val="bg1"/>
                </a:solidFill>
                <a:ea typeface="+mn-lt"/>
                <a:cs typeface="+mn-lt"/>
              </a:rPr>
              <a:t>to protect sensitive information.</a:t>
            </a:r>
            <a:endParaRPr lang="en-US">
              <a:solidFill>
                <a:schemeClr val="bg1"/>
              </a:solidFill>
              <a:ea typeface="Calibri" panose="020F0502020204030204"/>
              <a:cs typeface="Calibri" panose="020F0502020204030204"/>
            </a:endParaRPr>
          </a:p>
          <a:p>
            <a:pPr marL="342900" indent="-342900" algn="just">
              <a:buFont typeface="Arial"/>
              <a:buChar char="•"/>
            </a:pPr>
            <a:endParaRPr lang="en-US" sz="2000" dirty="0">
              <a:solidFill>
                <a:schemeClr val="bg1"/>
              </a:solidFill>
              <a:ea typeface="+mn-lt"/>
              <a:cs typeface="+mn-lt"/>
            </a:endParaRPr>
          </a:p>
        </p:txBody>
      </p:sp>
      <p:sp>
        <p:nvSpPr>
          <p:cNvPr id="20" name="TextBox 19">
            <a:extLst>
              <a:ext uri="{FF2B5EF4-FFF2-40B4-BE49-F238E27FC236}">
                <a16:creationId xmlns:a16="http://schemas.microsoft.com/office/drawing/2014/main" id="{47544F2C-F846-740D-180B-4CC7A037D93A}"/>
              </a:ext>
            </a:extLst>
          </p:cNvPr>
          <p:cNvSpPr txBox="1"/>
          <p:nvPr/>
        </p:nvSpPr>
        <p:spPr>
          <a:xfrm>
            <a:off x="2128822" y="1563170"/>
            <a:ext cx="4672062" cy="1200329"/>
          </a:xfrm>
          <a:prstGeom prst="rect">
            <a:avLst/>
          </a:prstGeom>
          <a:noFill/>
        </p:spPr>
        <p:txBody>
          <a:bodyPr wrap="square" lIns="91440" tIns="45720" rIns="91440" bIns="45720" rtlCol="0" anchor="t">
            <a:spAutoFit/>
          </a:bodyPr>
          <a:lstStyle/>
          <a:p>
            <a:pPr algn="just"/>
            <a:r>
              <a:rPr lang="en-US" sz="2400" dirty="0">
                <a:solidFill>
                  <a:schemeClr val="bg1"/>
                </a:solidFill>
              </a:rPr>
              <a:t>Tips and best practices </a:t>
            </a:r>
            <a:endParaRPr lang="en-US" sz="2400" dirty="0">
              <a:solidFill>
                <a:schemeClr val="bg1"/>
              </a:solidFill>
              <a:ea typeface="Calibri" panose="020F0502020204030204"/>
              <a:cs typeface="Calibri" panose="020F0502020204030204"/>
            </a:endParaRPr>
          </a:p>
          <a:p>
            <a:endParaRPr lang="en-US" sz="2400" b="1" dirty="0">
              <a:solidFill>
                <a:schemeClr val="bg1"/>
              </a:solidFill>
              <a:ea typeface="Calibri"/>
              <a:cs typeface="Calibri"/>
            </a:endParaRPr>
          </a:p>
          <a:p>
            <a:endParaRPr lang="en-US" sz="2400" b="1" dirty="0">
              <a:solidFill>
                <a:schemeClr val="bg1"/>
              </a:solidFill>
              <a:ea typeface="Calibri"/>
              <a:cs typeface="Calibri"/>
            </a:endParaRPr>
          </a:p>
        </p:txBody>
      </p:sp>
      <p:sp>
        <p:nvSpPr>
          <p:cNvPr id="19" name="Rectangle 18">
            <a:extLst>
              <a:ext uri="{FF2B5EF4-FFF2-40B4-BE49-F238E27FC236}">
                <a16:creationId xmlns:a16="http://schemas.microsoft.com/office/drawing/2014/main" id="{E8C54032-29BE-71BD-29FC-E90A72C38580}"/>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2D157840-A159-FE4C-1880-B4A6DDED9F3D}"/>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bg1"/>
                </a:solidFill>
              </a:rPr>
              <a:t>Presenter:​Ana</a:t>
            </a:r>
            <a:endParaRPr lang="en-US" sz="1000" dirty="0">
              <a:solidFill>
                <a:schemeClr val="bg1"/>
              </a:solidFill>
            </a:endParaRPr>
          </a:p>
        </p:txBody>
      </p:sp>
    </p:spTree>
    <p:extLst>
      <p:ext uri="{BB962C8B-B14F-4D97-AF65-F5344CB8AC3E}">
        <p14:creationId xmlns:p14="http://schemas.microsoft.com/office/powerpoint/2010/main" val="6483113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35455E"/>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3EAB6E4-5FC4-086D-2C8E-4BC668FBE357}"/>
              </a:ext>
            </a:extLst>
          </p:cNvPr>
          <p:cNvCxnSpPr>
            <a:cxnSpLocks/>
          </p:cNvCxnSpPr>
          <p:nvPr/>
        </p:nvCxnSpPr>
        <p:spPr>
          <a:xfrm flipH="1">
            <a:off x="10964209" y="6383081"/>
            <a:ext cx="730806"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24B4753-63A9-37F0-3223-58B477C48156}"/>
              </a:ext>
            </a:extLst>
          </p:cNvPr>
          <p:cNvGrpSpPr/>
          <p:nvPr/>
        </p:nvGrpSpPr>
        <p:grpSpPr>
          <a:xfrm flipH="1">
            <a:off x="56399" y="205677"/>
            <a:ext cx="2073378" cy="6182599"/>
            <a:chOff x="1687914" y="1579815"/>
            <a:chExt cx="6070988" cy="20858312"/>
          </a:xfrm>
        </p:grpSpPr>
        <p:sp>
          <p:nvSpPr>
            <p:cNvPr id="3" name="Rectangle 5">
              <a:extLst>
                <a:ext uri="{FF2B5EF4-FFF2-40B4-BE49-F238E27FC236}">
                  <a16:creationId xmlns:a16="http://schemas.microsoft.com/office/drawing/2014/main" id="{626C1AEB-4045-6C36-AE34-6EA60692DD1F}"/>
                </a:ext>
              </a:extLst>
            </p:cNvPr>
            <p:cNvSpPr/>
            <p:nvPr/>
          </p:nvSpPr>
          <p:spPr>
            <a:xfrm>
              <a:off x="3431305" y="2309741"/>
              <a:ext cx="2598978"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 name="Rectangle 5">
              <a:extLst>
                <a:ext uri="{FF2B5EF4-FFF2-40B4-BE49-F238E27FC236}">
                  <a16:creationId xmlns:a16="http://schemas.microsoft.com/office/drawing/2014/main" id="{6D0929FC-F4E3-84C5-947B-AF6F72A5C20B}"/>
                </a:ext>
              </a:extLst>
            </p:cNvPr>
            <p:cNvSpPr/>
            <p:nvPr/>
          </p:nvSpPr>
          <p:spPr>
            <a:xfrm>
              <a:off x="3431305" y="2704965"/>
              <a:ext cx="2598978"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 name="Freeform 22">
              <a:extLst>
                <a:ext uri="{FF2B5EF4-FFF2-40B4-BE49-F238E27FC236}">
                  <a16:creationId xmlns:a16="http://schemas.microsoft.com/office/drawing/2014/main" id="{83738F89-6594-0DB6-AA66-E6D2B23FD954}"/>
                </a:ext>
              </a:extLst>
            </p:cNvPr>
            <p:cNvSpPr/>
            <p:nvPr/>
          </p:nvSpPr>
          <p:spPr>
            <a:xfrm>
              <a:off x="1687914" y="1579815"/>
              <a:ext cx="6070988" cy="1788715"/>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cxnSp>
          <p:nvCxnSpPr>
            <p:cNvPr id="6" name="Straight Connector 5">
              <a:extLst>
                <a:ext uri="{FF2B5EF4-FFF2-40B4-BE49-F238E27FC236}">
                  <a16:creationId xmlns:a16="http://schemas.microsoft.com/office/drawing/2014/main" id="{D64C4FA7-10BF-D467-DFF5-C1B4B4B5781B}"/>
                </a:ext>
              </a:extLst>
            </p:cNvPr>
            <p:cNvCxnSpPr>
              <a:cxnSpLocks/>
            </p:cNvCxnSpPr>
            <p:nvPr/>
          </p:nvCxnSpPr>
          <p:spPr>
            <a:xfrm>
              <a:off x="4825267" y="2187505"/>
              <a:ext cx="1695374" cy="652908"/>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134E61-B439-AFF4-741E-B63406CA014F}"/>
                </a:ext>
              </a:extLst>
            </p:cNvPr>
            <p:cNvCxnSpPr>
              <a:cxnSpLocks/>
            </p:cNvCxnSpPr>
            <p:nvPr/>
          </p:nvCxnSpPr>
          <p:spPr>
            <a:xfrm>
              <a:off x="6505008" y="2798572"/>
              <a:ext cx="0" cy="1963955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47C7EBF-6CE4-8233-9E96-55D0FEAAA386}"/>
              </a:ext>
            </a:extLst>
          </p:cNvPr>
          <p:cNvGrpSpPr/>
          <p:nvPr/>
        </p:nvGrpSpPr>
        <p:grpSpPr>
          <a:xfrm rot="5400000">
            <a:off x="6841545" y="-4265997"/>
            <a:ext cx="304543" cy="9405771"/>
            <a:chOff x="777040" y="-6152673"/>
            <a:chExt cx="235094" cy="8307804"/>
          </a:xfrm>
          <a:solidFill>
            <a:srgbClr val="FFC000"/>
          </a:solidFill>
        </p:grpSpPr>
        <p:cxnSp>
          <p:nvCxnSpPr>
            <p:cNvPr id="9" name="Straight Connector 8">
              <a:extLst>
                <a:ext uri="{FF2B5EF4-FFF2-40B4-BE49-F238E27FC236}">
                  <a16:creationId xmlns:a16="http://schemas.microsoft.com/office/drawing/2014/main" id="{93ADE475-BD90-FA30-5C8C-E3DF6DAD4D32}"/>
                </a:ext>
              </a:extLst>
            </p:cNvPr>
            <p:cNvCxnSpPr>
              <a:cxnSpLocks/>
              <a:endCxn id="11" idx="4"/>
            </p:cNvCxnSpPr>
            <p:nvPr/>
          </p:nvCxnSpPr>
          <p:spPr>
            <a:xfrm rot="16200000" flipH="1">
              <a:off x="-3104668" y="-2153418"/>
              <a:ext cx="7998510" cy="0"/>
            </a:xfrm>
            <a:prstGeom prst="line">
              <a:avLst/>
            </a:prstGeom>
            <a:grpFill/>
            <a:ln w="19050">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788282D5-C897-F680-DE3E-5EDE8BCEE2D6}"/>
                </a:ext>
              </a:extLst>
            </p:cNvPr>
            <p:cNvSpPr/>
            <p:nvPr/>
          </p:nvSpPr>
          <p:spPr>
            <a:xfrm flipH="1">
              <a:off x="777040" y="1747098"/>
              <a:ext cx="235094" cy="40803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1" name="Oval 10">
              <a:extLst>
                <a:ext uri="{FF2B5EF4-FFF2-40B4-BE49-F238E27FC236}">
                  <a16:creationId xmlns:a16="http://schemas.microsoft.com/office/drawing/2014/main" id="{01263C14-D512-6E39-5253-28EB9EAEBF61}"/>
                </a:ext>
              </a:extLst>
            </p:cNvPr>
            <p:cNvSpPr/>
            <p:nvPr/>
          </p:nvSpPr>
          <p:spPr>
            <a:xfrm flipH="1">
              <a:off x="834332" y="1725326"/>
              <a:ext cx="120511" cy="1205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cxnSp>
        <p:nvCxnSpPr>
          <p:cNvPr id="12" name="Straight Connector 11">
            <a:extLst>
              <a:ext uri="{FF2B5EF4-FFF2-40B4-BE49-F238E27FC236}">
                <a16:creationId xmlns:a16="http://schemas.microsoft.com/office/drawing/2014/main" id="{AE3D06BB-6E02-CCE1-AAE5-807052ABEA25}"/>
              </a:ext>
            </a:extLst>
          </p:cNvPr>
          <p:cNvCxnSpPr>
            <a:cxnSpLocks/>
          </p:cNvCxnSpPr>
          <p:nvPr/>
        </p:nvCxnSpPr>
        <p:spPr>
          <a:xfrm flipH="1">
            <a:off x="1739305" y="6383081"/>
            <a:ext cx="8014685"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C80E19-A586-B6E9-7F45-1E92543F11B1}"/>
              </a:ext>
            </a:extLst>
          </p:cNvPr>
          <p:cNvCxnSpPr>
            <a:cxnSpLocks/>
          </p:cNvCxnSpPr>
          <p:nvPr/>
        </p:nvCxnSpPr>
        <p:spPr>
          <a:xfrm>
            <a:off x="11696700" y="436889"/>
            <a:ext cx="0" cy="5956735"/>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327B2A7-0CB8-93E4-0E43-22540F54E269}"/>
              </a:ext>
            </a:extLst>
          </p:cNvPr>
          <p:cNvCxnSpPr>
            <a:cxnSpLocks/>
          </p:cNvCxnSpPr>
          <p:nvPr/>
        </p:nvCxnSpPr>
        <p:spPr>
          <a:xfrm flipH="1">
            <a:off x="484632" y="6383081"/>
            <a:ext cx="217649" cy="0"/>
          </a:xfrm>
          <a:prstGeom prst="line">
            <a:avLst/>
          </a:prstGeom>
          <a:solidFill>
            <a:schemeClr val="accent4"/>
          </a:solidFill>
          <a:ln w="19050">
            <a:solidFill>
              <a:srgbClr val="FFC000"/>
            </a:solidFill>
          </a:ln>
        </p:spPr>
        <p:style>
          <a:lnRef idx="1">
            <a:schemeClr val="accent1"/>
          </a:lnRef>
          <a:fillRef idx="0">
            <a:schemeClr val="accent1"/>
          </a:fillRef>
          <a:effectRef idx="0">
            <a:schemeClr val="accent1"/>
          </a:effectRef>
          <a:fontRef idx="minor">
            <a:schemeClr val="tx1"/>
          </a:fontRef>
        </p:style>
      </p:cxnSp>
      <p:pic>
        <p:nvPicPr>
          <p:cNvPr id="28" name="Picture 27" descr="A blue circle with white text&#10;&#10;Description automatically generated">
            <a:extLst>
              <a:ext uri="{FF2B5EF4-FFF2-40B4-BE49-F238E27FC236}">
                <a16:creationId xmlns:a16="http://schemas.microsoft.com/office/drawing/2014/main" id="{4AD8456C-8DB0-BF8F-4860-17CDDBF96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6157" y="73175"/>
            <a:ext cx="697717" cy="697717"/>
          </a:xfrm>
          <a:prstGeom prst="rect">
            <a:avLst/>
          </a:prstGeom>
        </p:spPr>
      </p:pic>
      <p:sp>
        <p:nvSpPr>
          <p:cNvPr id="38" name="TextBox 37">
            <a:extLst>
              <a:ext uri="{FF2B5EF4-FFF2-40B4-BE49-F238E27FC236}">
                <a16:creationId xmlns:a16="http://schemas.microsoft.com/office/drawing/2014/main" id="{07309D4F-450B-3C2B-6F40-EC3CF87EF555}"/>
              </a:ext>
            </a:extLst>
          </p:cNvPr>
          <p:cNvSpPr txBox="1"/>
          <p:nvPr/>
        </p:nvSpPr>
        <p:spPr>
          <a:xfrm>
            <a:off x="5278476" y="3286032"/>
            <a:ext cx="1635042" cy="830997"/>
          </a:xfrm>
          <a:prstGeom prst="rect">
            <a:avLst/>
          </a:prstGeom>
          <a:noFill/>
        </p:spPr>
        <p:txBody>
          <a:bodyPr wrap="square" lIns="91440" tIns="45720" rIns="91440" bIns="45720" rtlCol="0" anchor="t">
            <a:spAutoFit/>
          </a:bodyPr>
          <a:lstStyle/>
          <a:p>
            <a:r>
              <a:rPr lang="en-US" sz="2400" b="1" dirty="0">
                <a:solidFill>
                  <a:schemeClr val="bg1"/>
                </a:solidFill>
              </a:rPr>
              <a:t>Thank you!</a:t>
            </a:r>
            <a:endParaRPr lang="en-US" sz="2400" b="1" dirty="0">
              <a:solidFill>
                <a:schemeClr val="bg1"/>
              </a:solidFill>
              <a:ea typeface="Calibri"/>
              <a:cs typeface="Calibri"/>
            </a:endParaRPr>
          </a:p>
          <a:p>
            <a:endParaRPr lang="en-US" sz="2400" b="1" dirty="0">
              <a:solidFill>
                <a:schemeClr val="bg1"/>
              </a:solidFill>
            </a:endParaRPr>
          </a:p>
        </p:txBody>
      </p:sp>
      <p:sp>
        <p:nvSpPr>
          <p:cNvPr id="20" name="Title 3">
            <a:extLst>
              <a:ext uri="{FF2B5EF4-FFF2-40B4-BE49-F238E27FC236}">
                <a16:creationId xmlns:a16="http://schemas.microsoft.com/office/drawing/2014/main" id="{24DAD0FB-46C8-328A-EA0E-7BE09E58261A}"/>
              </a:ext>
            </a:extLst>
          </p:cNvPr>
          <p:cNvSpPr txBox="1">
            <a:spLocks/>
          </p:cNvSpPr>
          <p:nvPr/>
        </p:nvSpPr>
        <p:spPr>
          <a:xfrm>
            <a:off x="2517294" y="683825"/>
            <a:ext cx="6861786" cy="936386"/>
          </a:xfrm>
          <a:prstGeom prst="rect">
            <a:avLst/>
          </a:prstGeom>
        </p:spPr>
        <p:txBody>
          <a:bodyPr lIns="360000" tIns="45720" rIns="91440" bIns="45720" anchor="ctr">
            <a:noAutofit/>
          </a:bodyPr>
          <a:lstStyle>
            <a:lvl1pPr algn="l" defTabSz="914400" rtl="0" eaLnBrk="1" latinLnBrk="1" hangingPunct="1">
              <a:spcBef>
                <a:spcPct val="0"/>
              </a:spcBef>
              <a:buNone/>
              <a:defRPr sz="4800" b="0" kern="1200" baseline="0">
                <a:solidFill>
                  <a:schemeClr val="tx1">
                    <a:lumMod val="65000"/>
                    <a:lumOff val="35000"/>
                  </a:schemeClr>
                </a:solidFill>
                <a:latin typeface="Arial" pitchFamily="34" charset="0"/>
                <a:ea typeface="+mj-ea"/>
                <a:cs typeface="Arial" pitchFamily="34" charset="0"/>
              </a:defRPr>
            </a:lvl1pPr>
          </a:lstStyle>
          <a:p>
            <a:r>
              <a:rPr lang="en-US" altLang="ko-KR" sz="4000" dirty="0">
                <a:solidFill>
                  <a:schemeClr val="bg1"/>
                </a:solidFill>
                <a:latin typeface="+mj-lt"/>
                <a:ea typeface="맑은 고딕"/>
                <a:cs typeface="Arial"/>
              </a:rPr>
              <a:t>Testing and GitHub Actions</a:t>
            </a:r>
            <a:endParaRPr lang="ko-KR" altLang="en-US" sz="4000" dirty="0">
              <a:solidFill>
                <a:schemeClr val="bg1"/>
              </a:solidFill>
              <a:latin typeface="+mj-lt"/>
            </a:endParaRPr>
          </a:p>
        </p:txBody>
      </p:sp>
      <p:sp>
        <p:nvSpPr>
          <p:cNvPr id="19" name="Rectangle 18">
            <a:extLst>
              <a:ext uri="{FF2B5EF4-FFF2-40B4-BE49-F238E27FC236}">
                <a16:creationId xmlns:a16="http://schemas.microsoft.com/office/drawing/2014/main" id="{8B626C7C-EAC0-570C-41F1-46BF0CC349A8}"/>
              </a:ext>
            </a:extLst>
          </p:cNvPr>
          <p:cNvSpPr/>
          <p:nvPr/>
        </p:nvSpPr>
        <p:spPr>
          <a:xfrm>
            <a:off x="703804" y="6264486"/>
            <a:ext cx="1035501"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P&amp;G </a:t>
            </a:r>
            <a:r>
              <a:rPr lang="en-US" sz="1000" dirty="0" err="1"/>
              <a:t>DevSchool</a:t>
            </a:r>
            <a:endParaRPr lang="en-US" sz="1000" dirty="0" err="1">
              <a:ea typeface="Calibri"/>
              <a:cs typeface="Calibri"/>
            </a:endParaRPr>
          </a:p>
        </p:txBody>
      </p:sp>
      <p:sp>
        <p:nvSpPr>
          <p:cNvPr id="22" name="Rectangle 21">
            <a:extLst>
              <a:ext uri="{FF2B5EF4-FFF2-40B4-BE49-F238E27FC236}">
                <a16:creationId xmlns:a16="http://schemas.microsoft.com/office/drawing/2014/main" id="{30586DAA-D607-539F-DA59-68BF4292334B}"/>
              </a:ext>
            </a:extLst>
          </p:cNvPr>
          <p:cNvSpPr/>
          <p:nvPr/>
        </p:nvSpPr>
        <p:spPr>
          <a:xfrm>
            <a:off x="9753990" y="6264486"/>
            <a:ext cx="1210219" cy="23719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dirty="0">
                <a:solidFill>
                  <a:schemeClr val="bg1"/>
                </a:solidFill>
              </a:rPr>
              <a:t>Presenter:​Ana</a:t>
            </a:r>
          </a:p>
        </p:txBody>
      </p:sp>
    </p:spTree>
    <p:extLst>
      <p:ext uri="{BB962C8B-B14F-4D97-AF65-F5344CB8AC3E}">
        <p14:creationId xmlns:p14="http://schemas.microsoft.com/office/powerpoint/2010/main" val="366961105"/>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969696"/>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1422</TotalTime>
  <Words>1348</Words>
  <Application>Microsoft Office PowerPoint</Application>
  <PresentationFormat>Widescreen</PresentationFormat>
  <Paragraphs>257</Paragraphs>
  <Slides>34</Slides>
  <Notes>34</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Robert</dc:creator>
  <cp:lastModifiedBy>Vlad</cp:lastModifiedBy>
  <cp:revision>757</cp:revision>
  <dcterms:created xsi:type="dcterms:W3CDTF">2023-10-27T11:33:59Z</dcterms:created>
  <dcterms:modified xsi:type="dcterms:W3CDTF">2026-03-30T00:59:17Z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518e53f-798e-43aa-978d-c3fda1f3a682_Enabled">
    <vt:lpwstr>true</vt:lpwstr>
  </property>
  <property fmtid="{D5CDD505-2E9C-101B-9397-08002B2CF9AE}" pid="3" name="MSIP_Label_a518e53f-798e-43aa-978d-c3fda1f3a682_SetDate">
    <vt:lpwstr>2024-01-12T11:09:20Z</vt:lpwstr>
  </property>
  <property fmtid="{D5CDD505-2E9C-101B-9397-08002B2CF9AE}" pid="4" name="MSIP_Label_a518e53f-798e-43aa-978d-c3fda1f3a682_Method">
    <vt:lpwstr>Privileged</vt:lpwstr>
  </property>
  <property fmtid="{D5CDD505-2E9C-101B-9397-08002B2CF9AE}" pid="5" name="MSIP_Label_a518e53f-798e-43aa-978d-c3fda1f3a682_Name">
    <vt:lpwstr>PG - Internal Use</vt:lpwstr>
  </property>
  <property fmtid="{D5CDD505-2E9C-101B-9397-08002B2CF9AE}" pid="6" name="MSIP_Label_a518e53f-798e-43aa-978d-c3fda1f3a682_SiteId">
    <vt:lpwstr>3596192b-fdf5-4e2c-a6fa-acb706c963d8</vt:lpwstr>
  </property>
  <property fmtid="{D5CDD505-2E9C-101B-9397-08002B2CF9AE}" pid="7" name="MSIP_Label_a518e53f-798e-43aa-978d-c3fda1f3a682_ActionId">
    <vt:lpwstr>48946b03-fd65-4e0c-b95c-ac0d3f224cc4</vt:lpwstr>
  </property>
  <property fmtid="{D5CDD505-2E9C-101B-9397-08002B2CF9AE}" pid="8" name="MSIP_Label_a518e53f-798e-43aa-978d-c3fda1f3a682_ContentBits">
    <vt:lpwstr>1</vt:lpwstr>
  </property>
  <property fmtid="{D5CDD505-2E9C-101B-9397-08002B2CF9AE}" pid="9" name="ClassificationContentMarkingHeaderLocations">
    <vt:lpwstr>Office Theme:8</vt:lpwstr>
  </property>
  <property fmtid="{D5CDD505-2E9C-101B-9397-08002B2CF9AE}" pid="10" name="ClassificationContentMarkingHeaderText">
    <vt:lpwstr>Business Use</vt:lpwstr>
  </property>
</Properties>
</file>